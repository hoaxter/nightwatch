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6858000" cy="9144000"/>
  <p:embeddedFontLst>
    <p:embeddedFont>
      <p:font typeface="Audiowide"/>
      <p:regular r:id="rId19"/>
    </p:embeddedFont>
    <p:embeddedFont>
      <p:font typeface="Lato"/>
      <p:regular r:id="rId20"/>
      <p:bold r:id="rId21"/>
      <p:italic r:id="rId22"/>
      <p:boldItalic r:id="rId23"/>
    </p:embeddedFont>
    <p:embeddedFont>
      <p:font typeface="Montserrat"/>
      <p:regular r:id="rId24"/>
      <p:bold r:id="rId25"/>
      <p:italic r:id="rId26"/>
      <p:boldItalic r:id="rId27"/>
    </p:embeddedFont>
    <p:embeddedFont>
      <p:font typeface="Lato Black"/>
      <p:bold r:id="rId28"/>
      <p:boldItalic r:id="rId29"/>
    </p:embeddedFont>
    <p:embeddedFont>
      <p:font typeface="Archivo Black"/>
      <p:regular r:id="rId30"/>
    </p:embeddedFont>
    <p:embeddedFont>
      <p:font typeface="Nunito Black"/>
      <p:bold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22" Type="http://schemas.openxmlformats.org/officeDocument/2006/relationships/font" Target="fonts/Lato-italic.fntdata"/><Relationship Id="rId21" Type="http://schemas.openxmlformats.org/officeDocument/2006/relationships/font" Target="fonts/Lato-bold.fntdata"/><Relationship Id="rId24" Type="http://schemas.openxmlformats.org/officeDocument/2006/relationships/font" Target="fonts/Montserrat-regular.fntdata"/><Relationship Id="rId23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Montserrat-italic.fntdata"/><Relationship Id="rId25" Type="http://schemas.openxmlformats.org/officeDocument/2006/relationships/font" Target="fonts/Montserrat-bold.fntdata"/><Relationship Id="rId28" Type="http://schemas.openxmlformats.org/officeDocument/2006/relationships/font" Target="fonts/LatoBlack-bold.fntdata"/><Relationship Id="rId27" Type="http://schemas.openxmlformats.org/officeDocument/2006/relationships/font" Target="fonts/Montserrat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LatoBlack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NunitoBlack-bold.fntdata"/><Relationship Id="rId30" Type="http://schemas.openxmlformats.org/officeDocument/2006/relationships/font" Target="fonts/ArchivoBlack-regular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32" Type="http://schemas.openxmlformats.org/officeDocument/2006/relationships/font" Target="fonts/NunitoBlack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Audiowide-regular.fntdata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adc05a04f6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adc05a04f6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124fe26753f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124fe26753f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24fe26753f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124fe26753f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ad84965847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ad84965847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ac68432524_1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ac68432524_1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124fe26753f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124fe26753f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adbc96d59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adbc96d59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adbc96d59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adbc96d59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124fe26753f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124fe26753f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124fe26753f_0_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124fe26753f_0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124fe26753f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124fe26753f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ad84965847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3ad84965847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124fe26753f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124fe26753f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://bit.ly/2Tynxth" TargetMode="External"/><Relationship Id="rId4" Type="http://schemas.openxmlformats.org/officeDocument/2006/relationships/hyperlink" Target="https://www.flaticon.com/?utm_source=slidesgo_template&amp;utm_medium=referral-link&amp;utm_campaign=s%20g_resources&amp;utm_content=flaticon" TargetMode="External"/><Relationship Id="rId5" Type="http://schemas.openxmlformats.org/officeDocument/2006/relationships/hyperlink" Target="https://www.freepik.com/?utm_source=slidesgo_template&amp;utm_medium=referral-link&amp;utm_campaign=s%20g_resources&amp;utm_content=freepik" TargetMode="Externa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 amt="8000"/>
          </a:blip>
          <a:srcRect b="15604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/>
          <p:nvPr/>
        </p:nvSpPr>
        <p:spPr>
          <a:xfrm>
            <a:off x="9525" y="0"/>
            <a:ext cx="9144000" cy="5143500"/>
          </a:xfrm>
          <a:prstGeom prst="rect">
            <a:avLst/>
          </a:prstGeom>
          <a:solidFill>
            <a:srgbClr val="989898">
              <a:alpha val="75420"/>
            </a:srgbClr>
          </a:solidFill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4619725" y="449500"/>
            <a:ext cx="4031100" cy="727500"/>
          </a:xfrm>
          <a:prstGeom prst="roundRect">
            <a:avLst>
              <a:gd fmla="val 7642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493150" y="459038"/>
            <a:ext cx="4031100" cy="3398700"/>
          </a:xfrm>
          <a:prstGeom prst="roundRect">
            <a:avLst>
              <a:gd fmla="val 294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493150" y="3949166"/>
            <a:ext cx="4031100" cy="598500"/>
          </a:xfrm>
          <a:prstGeom prst="roundRect">
            <a:avLst>
              <a:gd fmla="val 10664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4619475" y="1250300"/>
            <a:ext cx="4029600" cy="3297300"/>
          </a:xfrm>
          <a:prstGeom prst="roundRect">
            <a:avLst>
              <a:gd fmla="val 242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480825" y="4547663"/>
            <a:ext cx="4056300" cy="136800"/>
          </a:xfrm>
          <a:prstGeom prst="roundRect">
            <a:avLst>
              <a:gd fmla="val 33023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4606875" y="4547663"/>
            <a:ext cx="4056300" cy="136800"/>
          </a:xfrm>
          <a:prstGeom prst="roundRect">
            <a:avLst>
              <a:gd fmla="val 33023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2"/>
          <p:cNvSpPr txBox="1"/>
          <p:nvPr>
            <p:ph type="ctrTitle"/>
          </p:nvPr>
        </p:nvSpPr>
        <p:spPr>
          <a:xfrm>
            <a:off x="707725" y="670613"/>
            <a:ext cx="3684900" cy="297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700450" y="3949163"/>
            <a:ext cx="3684900" cy="59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3"/>
          <p:cNvPicPr preferRelativeResize="0"/>
          <p:nvPr/>
        </p:nvPicPr>
        <p:blipFill rotWithShape="1">
          <a:blip r:embed="rId2">
            <a:alphaModFix amt="8000"/>
          </a:blip>
          <a:srcRect b="15604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/>
          <p:nvPr/>
        </p:nvSpPr>
        <p:spPr>
          <a:xfrm>
            <a:off x="9525" y="0"/>
            <a:ext cx="9144000" cy="5143500"/>
          </a:xfrm>
          <a:prstGeom prst="rect">
            <a:avLst/>
          </a:prstGeom>
          <a:solidFill>
            <a:srgbClr val="989898">
              <a:alpha val="75420"/>
            </a:srgbClr>
          </a:solidFill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 txBox="1"/>
          <p:nvPr>
            <p:ph idx="1" type="subTitle"/>
          </p:nvPr>
        </p:nvSpPr>
        <p:spPr>
          <a:xfrm>
            <a:off x="4924225" y="3628250"/>
            <a:ext cx="3254100" cy="90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/>
          <p:nvPr/>
        </p:nvSpPr>
        <p:spPr>
          <a:xfrm>
            <a:off x="481075" y="4538125"/>
            <a:ext cx="4056300" cy="136800"/>
          </a:xfrm>
          <a:prstGeom prst="roundRect">
            <a:avLst>
              <a:gd fmla="val 33023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4607125" y="4538125"/>
            <a:ext cx="4043700" cy="136800"/>
          </a:xfrm>
          <a:prstGeom prst="roundRect">
            <a:avLst>
              <a:gd fmla="val 33023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 flipH="1">
            <a:off x="3213325" y="449500"/>
            <a:ext cx="5437500" cy="3103200"/>
          </a:xfrm>
          <a:prstGeom prst="roundRect">
            <a:avLst>
              <a:gd fmla="val 294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 flipH="1">
            <a:off x="3213315" y="3628225"/>
            <a:ext cx="5437500" cy="901800"/>
          </a:xfrm>
          <a:prstGeom prst="roundRect">
            <a:avLst>
              <a:gd fmla="val 591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 flipH="1">
            <a:off x="481025" y="1547825"/>
            <a:ext cx="2654400" cy="2982000"/>
          </a:xfrm>
          <a:prstGeom prst="roundRect">
            <a:avLst>
              <a:gd fmla="val 242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 flipH="1">
            <a:off x="481028" y="449500"/>
            <a:ext cx="2654400" cy="1033800"/>
          </a:xfrm>
          <a:prstGeom prst="roundRect">
            <a:avLst>
              <a:gd fmla="val 7642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 txBox="1"/>
          <p:nvPr>
            <p:ph type="title"/>
          </p:nvPr>
        </p:nvSpPr>
        <p:spPr>
          <a:xfrm>
            <a:off x="3507300" y="2514013"/>
            <a:ext cx="4869000" cy="10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0" name="Google Shape;30;p3"/>
          <p:cNvSpPr txBox="1"/>
          <p:nvPr>
            <p:ph hasCustomPrompt="1" idx="2" type="title"/>
          </p:nvPr>
        </p:nvSpPr>
        <p:spPr>
          <a:xfrm>
            <a:off x="5020225" y="1013850"/>
            <a:ext cx="1905000" cy="116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9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4"/>
          <p:cNvPicPr preferRelativeResize="0"/>
          <p:nvPr/>
        </p:nvPicPr>
        <p:blipFill rotWithShape="1">
          <a:blip r:embed="rId2">
            <a:alphaModFix amt="8000"/>
          </a:blip>
          <a:srcRect b="15604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/>
          <p:nvPr/>
        </p:nvSpPr>
        <p:spPr>
          <a:xfrm>
            <a:off x="9525" y="0"/>
            <a:ext cx="9144000" cy="5143500"/>
          </a:xfrm>
          <a:prstGeom prst="rect">
            <a:avLst/>
          </a:prstGeom>
          <a:solidFill>
            <a:srgbClr val="989898">
              <a:alpha val="75420"/>
            </a:srgbClr>
          </a:solidFill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 flipH="1">
            <a:off x="480925" y="449500"/>
            <a:ext cx="8169900" cy="727500"/>
          </a:xfrm>
          <a:prstGeom prst="roundRect">
            <a:avLst>
              <a:gd fmla="val 7642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 flipH="1">
            <a:off x="480925" y="1248550"/>
            <a:ext cx="8169900" cy="3281400"/>
          </a:xfrm>
          <a:prstGeom prst="roundRect">
            <a:avLst>
              <a:gd fmla="val 242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481075" y="4538125"/>
            <a:ext cx="4056300" cy="136800"/>
          </a:xfrm>
          <a:prstGeom prst="roundRect">
            <a:avLst>
              <a:gd fmla="val 33023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607125" y="4538125"/>
            <a:ext cx="4056300" cy="136800"/>
          </a:xfrm>
          <a:prstGeom prst="roundRect">
            <a:avLst>
              <a:gd fmla="val 33023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 txBox="1"/>
          <p:nvPr>
            <p:ph type="title"/>
          </p:nvPr>
        </p:nvSpPr>
        <p:spPr>
          <a:xfrm>
            <a:off x="713225" y="521225"/>
            <a:ext cx="771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" type="body"/>
          </p:nvPr>
        </p:nvSpPr>
        <p:spPr>
          <a:xfrm>
            <a:off x="1140125" y="1445300"/>
            <a:ext cx="5992800" cy="291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667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●"/>
              <a:defRPr/>
            </a:lvl1pPr>
            <a:lvl2pPr indent="-279400" lvl="1" marL="914400"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indent="-279400" lvl="2" marL="1371600"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indent="-279400" lvl="3" marL="1828800"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Open Sans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Open Sans"/>
              <a:buChar char="■"/>
              <a:defRPr/>
            </a:lvl6pPr>
            <a:lvl7pPr indent="-273050" lvl="6" marL="3200400"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indent="-273050" lvl="7" marL="3657600"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indent="-266700" lvl="8" marL="4114800"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5"/>
          <p:cNvPicPr preferRelativeResize="0"/>
          <p:nvPr/>
        </p:nvPicPr>
        <p:blipFill rotWithShape="1">
          <a:blip r:embed="rId2">
            <a:alphaModFix amt="8000"/>
          </a:blip>
          <a:srcRect b="15604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5"/>
          <p:cNvSpPr/>
          <p:nvPr/>
        </p:nvSpPr>
        <p:spPr>
          <a:xfrm>
            <a:off x="9525" y="0"/>
            <a:ext cx="9144000" cy="5143500"/>
          </a:xfrm>
          <a:prstGeom prst="rect">
            <a:avLst/>
          </a:prstGeom>
          <a:solidFill>
            <a:srgbClr val="989898">
              <a:alpha val="75420"/>
            </a:srgbClr>
          </a:solidFill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5"/>
          <p:cNvSpPr txBox="1"/>
          <p:nvPr>
            <p:ph idx="1" type="subTitle"/>
          </p:nvPr>
        </p:nvSpPr>
        <p:spPr>
          <a:xfrm>
            <a:off x="1301350" y="3244688"/>
            <a:ext cx="2428500" cy="3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chivo Black"/>
              <a:buNone/>
              <a:defRPr b="1" sz="2000">
                <a:solidFill>
                  <a:schemeClr val="accent2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4" name="Google Shape;44;p5"/>
          <p:cNvSpPr txBox="1"/>
          <p:nvPr>
            <p:ph idx="2" type="subTitle"/>
          </p:nvPr>
        </p:nvSpPr>
        <p:spPr>
          <a:xfrm>
            <a:off x="1294450" y="3553038"/>
            <a:ext cx="2442300" cy="67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3" type="subTitle"/>
          </p:nvPr>
        </p:nvSpPr>
        <p:spPr>
          <a:xfrm>
            <a:off x="5421024" y="3230063"/>
            <a:ext cx="2428500" cy="3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chivo Black"/>
              <a:buNone/>
              <a:defRPr b="1" sz="2000">
                <a:solidFill>
                  <a:schemeClr val="accent2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6" name="Google Shape;46;p5"/>
          <p:cNvSpPr txBox="1"/>
          <p:nvPr>
            <p:ph idx="4" type="subTitle"/>
          </p:nvPr>
        </p:nvSpPr>
        <p:spPr>
          <a:xfrm>
            <a:off x="5414124" y="3538413"/>
            <a:ext cx="2442300" cy="67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"/>
          <p:cNvSpPr/>
          <p:nvPr/>
        </p:nvSpPr>
        <p:spPr>
          <a:xfrm>
            <a:off x="493150" y="1258199"/>
            <a:ext cx="4031100" cy="3289500"/>
          </a:xfrm>
          <a:prstGeom prst="roundRect">
            <a:avLst>
              <a:gd fmla="val 263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/>
          <p:cNvSpPr/>
          <p:nvPr/>
        </p:nvSpPr>
        <p:spPr>
          <a:xfrm>
            <a:off x="4619475" y="1258125"/>
            <a:ext cx="4029600" cy="3289500"/>
          </a:xfrm>
          <a:prstGeom prst="roundRect">
            <a:avLst>
              <a:gd fmla="val 242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481075" y="4538125"/>
            <a:ext cx="4056300" cy="136800"/>
          </a:xfrm>
          <a:prstGeom prst="roundRect">
            <a:avLst>
              <a:gd fmla="val 33023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4607125" y="4538125"/>
            <a:ext cx="4056300" cy="136800"/>
          </a:xfrm>
          <a:prstGeom prst="roundRect">
            <a:avLst>
              <a:gd fmla="val 33023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/>
          <p:cNvSpPr/>
          <p:nvPr/>
        </p:nvSpPr>
        <p:spPr>
          <a:xfrm flipH="1">
            <a:off x="493225" y="449500"/>
            <a:ext cx="8157600" cy="727500"/>
          </a:xfrm>
          <a:prstGeom prst="roundRect">
            <a:avLst>
              <a:gd fmla="val 7642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 txBox="1"/>
          <p:nvPr>
            <p:ph type="title"/>
          </p:nvPr>
        </p:nvSpPr>
        <p:spPr>
          <a:xfrm>
            <a:off x="713225" y="521225"/>
            <a:ext cx="771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6"/>
          <p:cNvPicPr preferRelativeResize="0"/>
          <p:nvPr/>
        </p:nvPicPr>
        <p:blipFill rotWithShape="1">
          <a:blip r:embed="rId2">
            <a:alphaModFix amt="8000"/>
          </a:blip>
          <a:srcRect b="15604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6"/>
          <p:cNvSpPr/>
          <p:nvPr/>
        </p:nvSpPr>
        <p:spPr>
          <a:xfrm>
            <a:off x="9525" y="0"/>
            <a:ext cx="9144000" cy="5143500"/>
          </a:xfrm>
          <a:prstGeom prst="rect">
            <a:avLst/>
          </a:prstGeom>
          <a:solidFill>
            <a:srgbClr val="989898">
              <a:alpha val="75420"/>
            </a:srgbClr>
          </a:solidFill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6"/>
          <p:cNvSpPr/>
          <p:nvPr/>
        </p:nvSpPr>
        <p:spPr>
          <a:xfrm flipH="1">
            <a:off x="480925" y="449500"/>
            <a:ext cx="8169900" cy="727500"/>
          </a:xfrm>
          <a:prstGeom prst="roundRect">
            <a:avLst>
              <a:gd fmla="val 7642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6"/>
          <p:cNvSpPr/>
          <p:nvPr/>
        </p:nvSpPr>
        <p:spPr>
          <a:xfrm flipH="1">
            <a:off x="480925" y="1248550"/>
            <a:ext cx="8169900" cy="3281400"/>
          </a:xfrm>
          <a:prstGeom prst="roundRect">
            <a:avLst>
              <a:gd fmla="val 242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6"/>
          <p:cNvSpPr/>
          <p:nvPr/>
        </p:nvSpPr>
        <p:spPr>
          <a:xfrm>
            <a:off x="481075" y="4538125"/>
            <a:ext cx="4056300" cy="136800"/>
          </a:xfrm>
          <a:prstGeom prst="roundRect">
            <a:avLst>
              <a:gd fmla="val 33023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6"/>
          <p:cNvSpPr/>
          <p:nvPr/>
        </p:nvSpPr>
        <p:spPr>
          <a:xfrm>
            <a:off x="4600771" y="4538125"/>
            <a:ext cx="4050000" cy="136800"/>
          </a:xfrm>
          <a:prstGeom prst="roundRect">
            <a:avLst>
              <a:gd fmla="val 33023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6"/>
          <p:cNvSpPr txBox="1"/>
          <p:nvPr>
            <p:ph type="title"/>
          </p:nvPr>
        </p:nvSpPr>
        <p:spPr>
          <a:xfrm>
            <a:off x="713225" y="521225"/>
            <a:ext cx="771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7"/>
          <p:cNvPicPr preferRelativeResize="0"/>
          <p:nvPr/>
        </p:nvPicPr>
        <p:blipFill rotWithShape="1">
          <a:blip r:embed="rId2">
            <a:alphaModFix amt="8000"/>
          </a:blip>
          <a:srcRect b="15604" l="0" r="0" t="0"/>
          <a:stretch/>
        </p:blipFill>
        <p:spPr>
          <a:xfrm>
            <a:off x="-4762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7"/>
          <p:cNvSpPr/>
          <p:nvPr/>
        </p:nvSpPr>
        <p:spPr>
          <a:xfrm>
            <a:off x="4763" y="0"/>
            <a:ext cx="9144000" cy="5143500"/>
          </a:xfrm>
          <a:prstGeom prst="rect">
            <a:avLst/>
          </a:prstGeom>
          <a:solidFill>
            <a:srgbClr val="989898">
              <a:alpha val="75420"/>
            </a:srgbClr>
          </a:solidFill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7"/>
          <p:cNvSpPr/>
          <p:nvPr/>
        </p:nvSpPr>
        <p:spPr>
          <a:xfrm flipH="1">
            <a:off x="4619725" y="449500"/>
            <a:ext cx="4031100" cy="727500"/>
          </a:xfrm>
          <a:prstGeom prst="roundRect">
            <a:avLst>
              <a:gd fmla="val 7642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7"/>
          <p:cNvSpPr/>
          <p:nvPr/>
        </p:nvSpPr>
        <p:spPr>
          <a:xfrm>
            <a:off x="493150" y="459044"/>
            <a:ext cx="4031100" cy="1649700"/>
          </a:xfrm>
          <a:prstGeom prst="roundRect">
            <a:avLst>
              <a:gd fmla="val 294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7"/>
          <p:cNvSpPr/>
          <p:nvPr/>
        </p:nvSpPr>
        <p:spPr>
          <a:xfrm>
            <a:off x="493150" y="2180476"/>
            <a:ext cx="4031100" cy="2367300"/>
          </a:xfrm>
          <a:prstGeom prst="roundRect">
            <a:avLst>
              <a:gd fmla="val 263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7"/>
          <p:cNvSpPr/>
          <p:nvPr/>
        </p:nvSpPr>
        <p:spPr>
          <a:xfrm>
            <a:off x="4619475" y="1236600"/>
            <a:ext cx="4029600" cy="3311100"/>
          </a:xfrm>
          <a:prstGeom prst="roundRect">
            <a:avLst>
              <a:gd fmla="val 242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7"/>
          <p:cNvSpPr/>
          <p:nvPr/>
        </p:nvSpPr>
        <p:spPr>
          <a:xfrm>
            <a:off x="481075" y="4538125"/>
            <a:ext cx="4056300" cy="136800"/>
          </a:xfrm>
          <a:prstGeom prst="roundRect">
            <a:avLst>
              <a:gd fmla="val 33023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7"/>
          <p:cNvSpPr/>
          <p:nvPr/>
        </p:nvSpPr>
        <p:spPr>
          <a:xfrm>
            <a:off x="4607125" y="4538125"/>
            <a:ext cx="4056300" cy="136800"/>
          </a:xfrm>
          <a:prstGeom prst="roundRect">
            <a:avLst>
              <a:gd fmla="val 33023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7"/>
          <p:cNvSpPr txBox="1"/>
          <p:nvPr>
            <p:ph idx="1" type="subTitle"/>
          </p:nvPr>
        </p:nvSpPr>
        <p:spPr>
          <a:xfrm>
            <a:off x="960600" y="2656125"/>
            <a:ext cx="2620200" cy="141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7"/>
          <p:cNvSpPr txBox="1"/>
          <p:nvPr>
            <p:ph type="title"/>
          </p:nvPr>
        </p:nvSpPr>
        <p:spPr>
          <a:xfrm>
            <a:off x="960600" y="729800"/>
            <a:ext cx="2845800" cy="110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8"/>
          <p:cNvPicPr preferRelativeResize="0"/>
          <p:nvPr/>
        </p:nvPicPr>
        <p:blipFill rotWithShape="1">
          <a:blip r:embed="rId2">
            <a:alphaModFix amt="8000"/>
          </a:blip>
          <a:srcRect b="15604" l="0" r="0" t="0"/>
          <a:stretch/>
        </p:blipFill>
        <p:spPr>
          <a:xfrm>
            <a:off x="-4762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8"/>
          <p:cNvSpPr/>
          <p:nvPr/>
        </p:nvSpPr>
        <p:spPr>
          <a:xfrm>
            <a:off x="4763" y="0"/>
            <a:ext cx="9144000" cy="5143500"/>
          </a:xfrm>
          <a:prstGeom prst="rect">
            <a:avLst/>
          </a:prstGeom>
          <a:solidFill>
            <a:srgbClr val="989898">
              <a:alpha val="75420"/>
            </a:srgbClr>
          </a:solidFill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8"/>
          <p:cNvSpPr/>
          <p:nvPr/>
        </p:nvSpPr>
        <p:spPr>
          <a:xfrm flipH="1">
            <a:off x="480925" y="1248550"/>
            <a:ext cx="8169900" cy="3281400"/>
          </a:xfrm>
          <a:prstGeom prst="roundRect">
            <a:avLst>
              <a:gd fmla="val 242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8"/>
          <p:cNvSpPr/>
          <p:nvPr/>
        </p:nvSpPr>
        <p:spPr>
          <a:xfrm flipH="1">
            <a:off x="480925" y="449500"/>
            <a:ext cx="8169900" cy="727500"/>
          </a:xfrm>
          <a:prstGeom prst="roundRect">
            <a:avLst>
              <a:gd fmla="val 7642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8"/>
          <p:cNvSpPr/>
          <p:nvPr/>
        </p:nvSpPr>
        <p:spPr>
          <a:xfrm>
            <a:off x="4607125" y="4538125"/>
            <a:ext cx="4056300" cy="136800"/>
          </a:xfrm>
          <a:prstGeom prst="roundRect">
            <a:avLst>
              <a:gd fmla="val 33023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8"/>
          <p:cNvSpPr/>
          <p:nvPr/>
        </p:nvSpPr>
        <p:spPr>
          <a:xfrm>
            <a:off x="481075" y="4538125"/>
            <a:ext cx="4056300" cy="136800"/>
          </a:xfrm>
          <a:prstGeom prst="roundRect">
            <a:avLst>
              <a:gd fmla="val 33023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 txBox="1"/>
          <p:nvPr>
            <p:ph type="title"/>
          </p:nvPr>
        </p:nvSpPr>
        <p:spPr>
          <a:xfrm>
            <a:off x="2128200" y="1603400"/>
            <a:ext cx="4887600" cy="233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7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9"/>
          <p:cNvPicPr preferRelativeResize="0"/>
          <p:nvPr/>
        </p:nvPicPr>
        <p:blipFill rotWithShape="1">
          <a:blip r:embed="rId2">
            <a:alphaModFix amt="8000"/>
          </a:blip>
          <a:srcRect b="15604" l="0" r="0" t="0"/>
          <a:stretch/>
        </p:blipFill>
        <p:spPr>
          <a:xfrm>
            <a:off x="-4762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9"/>
          <p:cNvSpPr/>
          <p:nvPr/>
        </p:nvSpPr>
        <p:spPr>
          <a:xfrm>
            <a:off x="4763" y="0"/>
            <a:ext cx="9144000" cy="5143500"/>
          </a:xfrm>
          <a:prstGeom prst="rect">
            <a:avLst/>
          </a:prstGeom>
          <a:solidFill>
            <a:srgbClr val="989898">
              <a:alpha val="75420"/>
            </a:srgbClr>
          </a:solidFill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9"/>
          <p:cNvSpPr/>
          <p:nvPr/>
        </p:nvSpPr>
        <p:spPr>
          <a:xfrm>
            <a:off x="493150" y="459044"/>
            <a:ext cx="4031100" cy="1649700"/>
          </a:xfrm>
          <a:prstGeom prst="roundRect">
            <a:avLst>
              <a:gd fmla="val 294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9"/>
          <p:cNvSpPr/>
          <p:nvPr/>
        </p:nvSpPr>
        <p:spPr>
          <a:xfrm>
            <a:off x="493150" y="2180476"/>
            <a:ext cx="4031100" cy="2367300"/>
          </a:xfrm>
          <a:prstGeom prst="roundRect">
            <a:avLst>
              <a:gd fmla="val 263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9"/>
          <p:cNvSpPr/>
          <p:nvPr/>
        </p:nvSpPr>
        <p:spPr>
          <a:xfrm>
            <a:off x="481075" y="4538125"/>
            <a:ext cx="4056300" cy="136800"/>
          </a:xfrm>
          <a:prstGeom prst="roundRect">
            <a:avLst>
              <a:gd fmla="val 33023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9"/>
          <p:cNvSpPr/>
          <p:nvPr/>
        </p:nvSpPr>
        <p:spPr>
          <a:xfrm>
            <a:off x="4607125" y="4538125"/>
            <a:ext cx="4056300" cy="136800"/>
          </a:xfrm>
          <a:prstGeom prst="roundRect">
            <a:avLst>
              <a:gd fmla="val 33023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9"/>
          <p:cNvSpPr/>
          <p:nvPr/>
        </p:nvSpPr>
        <p:spPr>
          <a:xfrm flipH="1">
            <a:off x="4619725" y="449500"/>
            <a:ext cx="4031100" cy="727500"/>
          </a:xfrm>
          <a:prstGeom prst="roundRect">
            <a:avLst>
              <a:gd fmla="val 7642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9"/>
          <p:cNvSpPr txBox="1"/>
          <p:nvPr>
            <p:ph type="title"/>
          </p:nvPr>
        </p:nvSpPr>
        <p:spPr>
          <a:xfrm>
            <a:off x="700775" y="766725"/>
            <a:ext cx="3429000" cy="110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/>
        </p:txBody>
      </p:sp>
      <p:sp>
        <p:nvSpPr>
          <p:cNvPr id="89" name="Google Shape;89;p9"/>
          <p:cNvSpPr txBox="1"/>
          <p:nvPr>
            <p:ph idx="1" type="subTitle"/>
          </p:nvPr>
        </p:nvSpPr>
        <p:spPr>
          <a:xfrm>
            <a:off x="700775" y="2495475"/>
            <a:ext cx="3094200" cy="110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0"/>
          <p:cNvSpPr txBox="1"/>
          <p:nvPr>
            <p:ph type="title"/>
          </p:nvPr>
        </p:nvSpPr>
        <p:spPr>
          <a:xfrm>
            <a:off x="700775" y="2561100"/>
            <a:ext cx="4666500" cy="180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1"/>
          <p:cNvPicPr preferRelativeResize="0"/>
          <p:nvPr/>
        </p:nvPicPr>
        <p:blipFill rotWithShape="1">
          <a:blip r:embed="rId2">
            <a:alphaModFix amt="8000"/>
          </a:blip>
          <a:srcRect b="15604" l="0" r="0" t="0"/>
          <a:stretch/>
        </p:blipFill>
        <p:spPr>
          <a:xfrm>
            <a:off x="-4762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1"/>
          <p:cNvSpPr/>
          <p:nvPr/>
        </p:nvSpPr>
        <p:spPr>
          <a:xfrm>
            <a:off x="4763" y="0"/>
            <a:ext cx="9144000" cy="5143500"/>
          </a:xfrm>
          <a:prstGeom prst="rect">
            <a:avLst/>
          </a:prstGeom>
          <a:solidFill>
            <a:srgbClr val="989898">
              <a:alpha val="75420"/>
            </a:srgbClr>
          </a:solidFill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1"/>
          <p:cNvSpPr/>
          <p:nvPr/>
        </p:nvSpPr>
        <p:spPr>
          <a:xfrm flipH="1">
            <a:off x="480925" y="1248550"/>
            <a:ext cx="8169900" cy="2498100"/>
          </a:xfrm>
          <a:prstGeom prst="roundRect">
            <a:avLst>
              <a:gd fmla="val 242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1"/>
          <p:cNvSpPr/>
          <p:nvPr/>
        </p:nvSpPr>
        <p:spPr>
          <a:xfrm flipH="1">
            <a:off x="480925" y="449500"/>
            <a:ext cx="8169900" cy="727500"/>
          </a:xfrm>
          <a:prstGeom prst="roundRect">
            <a:avLst>
              <a:gd fmla="val 7642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1"/>
          <p:cNvSpPr/>
          <p:nvPr/>
        </p:nvSpPr>
        <p:spPr>
          <a:xfrm>
            <a:off x="4607125" y="4538125"/>
            <a:ext cx="4056300" cy="136800"/>
          </a:xfrm>
          <a:prstGeom prst="roundRect">
            <a:avLst>
              <a:gd fmla="val 33023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1"/>
          <p:cNvSpPr/>
          <p:nvPr/>
        </p:nvSpPr>
        <p:spPr>
          <a:xfrm flipH="1">
            <a:off x="487050" y="3810625"/>
            <a:ext cx="8169900" cy="727500"/>
          </a:xfrm>
          <a:prstGeom prst="roundRect">
            <a:avLst>
              <a:gd fmla="val 7642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1"/>
          <p:cNvSpPr/>
          <p:nvPr/>
        </p:nvSpPr>
        <p:spPr>
          <a:xfrm>
            <a:off x="481075" y="4538125"/>
            <a:ext cx="4056300" cy="136800"/>
          </a:xfrm>
          <a:prstGeom prst="roundRect">
            <a:avLst>
              <a:gd fmla="val 33023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1"/>
          <p:cNvSpPr txBox="1"/>
          <p:nvPr>
            <p:ph type="title"/>
          </p:nvPr>
        </p:nvSpPr>
        <p:spPr>
          <a:xfrm>
            <a:off x="1111050" y="3041975"/>
            <a:ext cx="6921900" cy="35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sz="1600"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01" name="Google Shape;101;p11"/>
          <p:cNvSpPr txBox="1"/>
          <p:nvPr>
            <p:ph hasCustomPrompt="1" idx="2" type="title"/>
          </p:nvPr>
        </p:nvSpPr>
        <p:spPr>
          <a:xfrm>
            <a:off x="1110900" y="1851200"/>
            <a:ext cx="6922200" cy="110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6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lt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3"/>
          <p:cNvPicPr preferRelativeResize="0"/>
          <p:nvPr/>
        </p:nvPicPr>
        <p:blipFill rotWithShape="1">
          <a:blip r:embed="rId2">
            <a:alphaModFix amt="8000"/>
          </a:blip>
          <a:srcRect b="15604" l="0" r="0" t="0"/>
          <a:stretch/>
        </p:blipFill>
        <p:spPr>
          <a:xfrm>
            <a:off x="-4762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3"/>
          <p:cNvSpPr/>
          <p:nvPr/>
        </p:nvSpPr>
        <p:spPr>
          <a:xfrm>
            <a:off x="4763" y="0"/>
            <a:ext cx="9144000" cy="5143500"/>
          </a:xfrm>
          <a:prstGeom prst="rect">
            <a:avLst/>
          </a:prstGeom>
          <a:solidFill>
            <a:srgbClr val="989898">
              <a:alpha val="75420"/>
            </a:srgbClr>
          </a:solidFill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3"/>
          <p:cNvSpPr/>
          <p:nvPr/>
        </p:nvSpPr>
        <p:spPr>
          <a:xfrm>
            <a:off x="492975" y="1254500"/>
            <a:ext cx="4032600" cy="1628700"/>
          </a:xfrm>
          <a:prstGeom prst="roundRect">
            <a:avLst>
              <a:gd fmla="val 390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3"/>
          <p:cNvSpPr/>
          <p:nvPr/>
        </p:nvSpPr>
        <p:spPr>
          <a:xfrm>
            <a:off x="492975" y="2949525"/>
            <a:ext cx="4032600" cy="1588500"/>
          </a:xfrm>
          <a:prstGeom prst="roundRect">
            <a:avLst>
              <a:gd fmla="val 390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3"/>
          <p:cNvSpPr/>
          <p:nvPr/>
        </p:nvSpPr>
        <p:spPr>
          <a:xfrm>
            <a:off x="4606175" y="1254550"/>
            <a:ext cx="4032600" cy="1628700"/>
          </a:xfrm>
          <a:prstGeom prst="roundRect">
            <a:avLst>
              <a:gd fmla="val 390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3"/>
          <p:cNvSpPr/>
          <p:nvPr/>
        </p:nvSpPr>
        <p:spPr>
          <a:xfrm>
            <a:off x="4606175" y="2949525"/>
            <a:ext cx="4032600" cy="1588500"/>
          </a:xfrm>
          <a:prstGeom prst="roundRect">
            <a:avLst>
              <a:gd fmla="val 390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3"/>
          <p:cNvSpPr/>
          <p:nvPr/>
        </p:nvSpPr>
        <p:spPr>
          <a:xfrm flipH="1">
            <a:off x="480925" y="449500"/>
            <a:ext cx="8169900" cy="727500"/>
          </a:xfrm>
          <a:prstGeom prst="roundRect">
            <a:avLst>
              <a:gd fmla="val 7642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3"/>
          <p:cNvSpPr/>
          <p:nvPr/>
        </p:nvSpPr>
        <p:spPr>
          <a:xfrm>
            <a:off x="481075" y="4538125"/>
            <a:ext cx="4056300" cy="136800"/>
          </a:xfrm>
          <a:prstGeom prst="roundRect">
            <a:avLst>
              <a:gd fmla="val 33023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3"/>
          <p:cNvSpPr/>
          <p:nvPr/>
        </p:nvSpPr>
        <p:spPr>
          <a:xfrm>
            <a:off x="4607125" y="4538125"/>
            <a:ext cx="4056300" cy="136800"/>
          </a:xfrm>
          <a:prstGeom prst="roundRect">
            <a:avLst>
              <a:gd fmla="val 33023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3"/>
          <p:cNvSpPr txBox="1"/>
          <p:nvPr>
            <p:ph hasCustomPrompt="1" type="title"/>
          </p:nvPr>
        </p:nvSpPr>
        <p:spPr>
          <a:xfrm>
            <a:off x="713213" y="1893678"/>
            <a:ext cx="1126500" cy="5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3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4" name="Google Shape;114;p13"/>
          <p:cNvSpPr txBox="1"/>
          <p:nvPr>
            <p:ph idx="1" type="subTitle"/>
          </p:nvPr>
        </p:nvSpPr>
        <p:spPr>
          <a:xfrm>
            <a:off x="1786950" y="1641050"/>
            <a:ext cx="2821800" cy="3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Lato Black"/>
              <a:buNone/>
              <a:defRPr b="1" sz="2000">
                <a:solidFill>
                  <a:schemeClr val="accent2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Lato Black"/>
              <a:buNone/>
              <a:defRPr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Lato Black"/>
              <a:buNone/>
              <a:defRPr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Lato Black"/>
              <a:buNone/>
              <a:defRPr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Lato Black"/>
              <a:buNone/>
              <a:defRPr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Lato Black"/>
              <a:buNone/>
              <a:defRPr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Lato Black"/>
              <a:buNone/>
              <a:defRPr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Lato Black"/>
              <a:buNone/>
              <a:defRPr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Font typeface="Lato Black"/>
              <a:buNone/>
              <a:defRPr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2" type="subTitle"/>
          </p:nvPr>
        </p:nvSpPr>
        <p:spPr>
          <a:xfrm>
            <a:off x="1786938" y="2061650"/>
            <a:ext cx="2615400" cy="47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3"/>
          <p:cNvSpPr txBox="1"/>
          <p:nvPr>
            <p:ph hasCustomPrompt="1" idx="3" type="title"/>
          </p:nvPr>
        </p:nvSpPr>
        <p:spPr>
          <a:xfrm>
            <a:off x="713213" y="3477351"/>
            <a:ext cx="1126500" cy="5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3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7" name="Google Shape;117;p13"/>
          <p:cNvSpPr txBox="1"/>
          <p:nvPr>
            <p:ph idx="4" type="subTitle"/>
          </p:nvPr>
        </p:nvSpPr>
        <p:spPr>
          <a:xfrm>
            <a:off x="1786950" y="3223075"/>
            <a:ext cx="2821800" cy="3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unito Black"/>
              <a:buNone/>
              <a:defRPr b="1" sz="2000">
                <a:solidFill>
                  <a:schemeClr val="accent2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unito Black"/>
              <a:buNone/>
              <a:defRPr>
                <a:solidFill>
                  <a:schemeClr val="accent2"/>
                </a:solidFill>
                <a:latin typeface="Nunito Black"/>
                <a:ea typeface="Nunito Black"/>
                <a:cs typeface="Nunito Black"/>
                <a:sym typeface="Nunito Black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unito Black"/>
              <a:buNone/>
              <a:defRPr>
                <a:solidFill>
                  <a:schemeClr val="accent2"/>
                </a:solidFill>
                <a:latin typeface="Nunito Black"/>
                <a:ea typeface="Nunito Black"/>
                <a:cs typeface="Nunito Black"/>
                <a:sym typeface="Nunito Black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unito Black"/>
              <a:buNone/>
              <a:defRPr>
                <a:solidFill>
                  <a:schemeClr val="accent2"/>
                </a:solidFill>
                <a:latin typeface="Nunito Black"/>
                <a:ea typeface="Nunito Black"/>
                <a:cs typeface="Nunito Black"/>
                <a:sym typeface="Nunito Black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unito Black"/>
              <a:buNone/>
              <a:defRPr>
                <a:solidFill>
                  <a:schemeClr val="accent2"/>
                </a:solidFill>
                <a:latin typeface="Nunito Black"/>
                <a:ea typeface="Nunito Black"/>
                <a:cs typeface="Nunito Black"/>
                <a:sym typeface="Nunito Black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unito Black"/>
              <a:buNone/>
              <a:defRPr>
                <a:solidFill>
                  <a:schemeClr val="accent2"/>
                </a:solidFill>
                <a:latin typeface="Nunito Black"/>
                <a:ea typeface="Nunito Black"/>
                <a:cs typeface="Nunito Black"/>
                <a:sym typeface="Nunito Black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unito Black"/>
              <a:buNone/>
              <a:defRPr>
                <a:solidFill>
                  <a:schemeClr val="accent2"/>
                </a:solidFill>
                <a:latin typeface="Nunito Black"/>
                <a:ea typeface="Nunito Black"/>
                <a:cs typeface="Nunito Black"/>
                <a:sym typeface="Nunito Black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unito Black"/>
              <a:buNone/>
              <a:defRPr>
                <a:solidFill>
                  <a:schemeClr val="accent2"/>
                </a:solidFill>
                <a:latin typeface="Nunito Black"/>
                <a:ea typeface="Nunito Black"/>
                <a:cs typeface="Nunito Black"/>
                <a:sym typeface="Nunito Black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Font typeface="Nunito Black"/>
              <a:buNone/>
              <a:defRPr>
                <a:solidFill>
                  <a:schemeClr val="accent2"/>
                </a:solidFill>
                <a:latin typeface="Nunito Black"/>
                <a:ea typeface="Nunito Black"/>
                <a:cs typeface="Nunito Black"/>
                <a:sym typeface="Nunito Black"/>
              </a:defRPr>
            </a:lvl9pPr>
          </a:lstStyle>
          <a:p/>
        </p:txBody>
      </p:sp>
      <p:sp>
        <p:nvSpPr>
          <p:cNvPr id="118" name="Google Shape;118;p13"/>
          <p:cNvSpPr txBox="1"/>
          <p:nvPr>
            <p:ph idx="5" type="subTitle"/>
          </p:nvPr>
        </p:nvSpPr>
        <p:spPr>
          <a:xfrm>
            <a:off x="1786938" y="3639478"/>
            <a:ext cx="26154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3"/>
          <p:cNvSpPr txBox="1"/>
          <p:nvPr>
            <p:ph hasCustomPrompt="1" idx="6" type="title"/>
          </p:nvPr>
        </p:nvSpPr>
        <p:spPr>
          <a:xfrm>
            <a:off x="4708554" y="1893678"/>
            <a:ext cx="1126500" cy="5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3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3"/>
          <p:cNvSpPr txBox="1"/>
          <p:nvPr>
            <p:ph idx="7" type="subTitle"/>
          </p:nvPr>
        </p:nvSpPr>
        <p:spPr>
          <a:xfrm>
            <a:off x="5786924" y="1641050"/>
            <a:ext cx="2857500" cy="3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Lato Black"/>
              <a:buNone/>
              <a:defRPr b="1" sz="2000">
                <a:solidFill>
                  <a:schemeClr val="accent2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Lato Black"/>
              <a:buNone/>
              <a:defRPr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Lato Black"/>
              <a:buNone/>
              <a:defRPr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Lato Black"/>
              <a:buNone/>
              <a:defRPr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Lato Black"/>
              <a:buNone/>
              <a:defRPr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Lato Black"/>
              <a:buNone/>
              <a:defRPr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Lato Black"/>
              <a:buNone/>
              <a:defRPr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Lato Black"/>
              <a:buNone/>
              <a:defRPr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Font typeface="Lato Black"/>
              <a:buNone/>
              <a:defRPr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9pPr>
          </a:lstStyle>
          <a:p/>
        </p:txBody>
      </p:sp>
      <p:sp>
        <p:nvSpPr>
          <p:cNvPr id="121" name="Google Shape;121;p13"/>
          <p:cNvSpPr txBox="1"/>
          <p:nvPr>
            <p:ph idx="8" type="subTitle"/>
          </p:nvPr>
        </p:nvSpPr>
        <p:spPr>
          <a:xfrm>
            <a:off x="5786937" y="2061650"/>
            <a:ext cx="2615400" cy="47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3"/>
          <p:cNvSpPr txBox="1"/>
          <p:nvPr>
            <p:ph hasCustomPrompt="1" idx="9" type="title"/>
          </p:nvPr>
        </p:nvSpPr>
        <p:spPr>
          <a:xfrm>
            <a:off x="4708554" y="3477342"/>
            <a:ext cx="1126500" cy="5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3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3" name="Google Shape;123;p13"/>
          <p:cNvSpPr txBox="1"/>
          <p:nvPr>
            <p:ph idx="13" type="subTitle"/>
          </p:nvPr>
        </p:nvSpPr>
        <p:spPr>
          <a:xfrm>
            <a:off x="5786924" y="3223075"/>
            <a:ext cx="2857500" cy="3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Lato Black"/>
              <a:buNone/>
              <a:defRPr b="1" sz="2000">
                <a:solidFill>
                  <a:schemeClr val="accent2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Lato Black"/>
              <a:buNone/>
              <a:defRPr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Lato Black"/>
              <a:buNone/>
              <a:defRPr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Lato Black"/>
              <a:buNone/>
              <a:defRPr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Lato Black"/>
              <a:buNone/>
              <a:defRPr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Lato Black"/>
              <a:buNone/>
              <a:defRPr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Lato Black"/>
              <a:buNone/>
              <a:defRPr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Lato Black"/>
              <a:buNone/>
              <a:defRPr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Font typeface="Lato Black"/>
              <a:buNone/>
              <a:defRPr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9pPr>
          </a:lstStyle>
          <a:p/>
        </p:txBody>
      </p:sp>
      <p:sp>
        <p:nvSpPr>
          <p:cNvPr id="124" name="Google Shape;124;p13"/>
          <p:cNvSpPr txBox="1"/>
          <p:nvPr>
            <p:ph idx="14" type="subTitle"/>
          </p:nvPr>
        </p:nvSpPr>
        <p:spPr>
          <a:xfrm>
            <a:off x="5786937" y="3639477"/>
            <a:ext cx="26154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3"/>
          <p:cNvSpPr txBox="1"/>
          <p:nvPr>
            <p:ph idx="15" type="title"/>
          </p:nvPr>
        </p:nvSpPr>
        <p:spPr>
          <a:xfrm>
            <a:off x="713225" y="521225"/>
            <a:ext cx="771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1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4"/>
          <p:cNvPicPr preferRelativeResize="0"/>
          <p:nvPr/>
        </p:nvPicPr>
        <p:blipFill rotWithShape="1">
          <a:blip r:embed="rId2">
            <a:alphaModFix amt="8000"/>
          </a:blip>
          <a:srcRect b="15604" l="0" r="0" t="0"/>
          <a:stretch/>
        </p:blipFill>
        <p:spPr>
          <a:xfrm>
            <a:off x="-4762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4"/>
          <p:cNvSpPr/>
          <p:nvPr/>
        </p:nvSpPr>
        <p:spPr>
          <a:xfrm>
            <a:off x="4763" y="0"/>
            <a:ext cx="9144000" cy="5143500"/>
          </a:xfrm>
          <a:prstGeom prst="rect">
            <a:avLst/>
          </a:prstGeom>
          <a:solidFill>
            <a:srgbClr val="989898">
              <a:alpha val="75420"/>
            </a:srgbClr>
          </a:solidFill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4"/>
          <p:cNvSpPr/>
          <p:nvPr/>
        </p:nvSpPr>
        <p:spPr>
          <a:xfrm flipH="1">
            <a:off x="481074" y="1248550"/>
            <a:ext cx="2662200" cy="3281400"/>
          </a:xfrm>
          <a:prstGeom prst="roundRect">
            <a:avLst>
              <a:gd fmla="val 242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4"/>
          <p:cNvSpPr/>
          <p:nvPr/>
        </p:nvSpPr>
        <p:spPr>
          <a:xfrm flipH="1">
            <a:off x="3234887" y="1248550"/>
            <a:ext cx="2662200" cy="3281400"/>
          </a:xfrm>
          <a:prstGeom prst="roundRect">
            <a:avLst>
              <a:gd fmla="val 242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4"/>
          <p:cNvSpPr/>
          <p:nvPr/>
        </p:nvSpPr>
        <p:spPr>
          <a:xfrm flipH="1">
            <a:off x="5988725" y="1248550"/>
            <a:ext cx="2662200" cy="3281400"/>
          </a:xfrm>
          <a:prstGeom prst="roundRect">
            <a:avLst>
              <a:gd fmla="val 242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4"/>
          <p:cNvSpPr/>
          <p:nvPr/>
        </p:nvSpPr>
        <p:spPr>
          <a:xfrm>
            <a:off x="481075" y="4538125"/>
            <a:ext cx="4056300" cy="136800"/>
          </a:xfrm>
          <a:prstGeom prst="roundRect">
            <a:avLst>
              <a:gd fmla="val 33023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4"/>
          <p:cNvSpPr/>
          <p:nvPr/>
        </p:nvSpPr>
        <p:spPr>
          <a:xfrm>
            <a:off x="4607125" y="4538125"/>
            <a:ext cx="4056300" cy="136800"/>
          </a:xfrm>
          <a:prstGeom prst="roundRect">
            <a:avLst>
              <a:gd fmla="val 33023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4"/>
          <p:cNvSpPr/>
          <p:nvPr/>
        </p:nvSpPr>
        <p:spPr>
          <a:xfrm flipH="1">
            <a:off x="480925" y="449500"/>
            <a:ext cx="8169900" cy="727500"/>
          </a:xfrm>
          <a:prstGeom prst="roundRect">
            <a:avLst>
              <a:gd fmla="val 7642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4"/>
          <p:cNvSpPr txBox="1"/>
          <p:nvPr>
            <p:ph idx="1" type="subTitle"/>
          </p:nvPr>
        </p:nvSpPr>
        <p:spPr>
          <a:xfrm>
            <a:off x="608331" y="2711338"/>
            <a:ext cx="2428500" cy="3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b="1" sz="2000">
                <a:solidFill>
                  <a:schemeClr val="accent2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9pPr>
          </a:lstStyle>
          <a:p/>
        </p:txBody>
      </p:sp>
      <p:sp>
        <p:nvSpPr>
          <p:cNvPr id="136" name="Google Shape;136;p14"/>
          <p:cNvSpPr txBox="1"/>
          <p:nvPr>
            <p:ph idx="2" type="subTitle"/>
          </p:nvPr>
        </p:nvSpPr>
        <p:spPr>
          <a:xfrm>
            <a:off x="578931" y="3117888"/>
            <a:ext cx="2487300" cy="52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4"/>
          <p:cNvSpPr txBox="1"/>
          <p:nvPr>
            <p:ph idx="3" type="subTitle"/>
          </p:nvPr>
        </p:nvSpPr>
        <p:spPr>
          <a:xfrm>
            <a:off x="3368437" y="2718000"/>
            <a:ext cx="2428500" cy="3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b="1" sz="2000">
                <a:solidFill>
                  <a:schemeClr val="accent2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9pPr>
          </a:lstStyle>
          <a:p/>
        </p:txBody>
      </p:sp>
      <p:sp>
        <p:nvSpPr>
          <p:cNvPr id="138" name="Google Shape;138;p14"/>
          <p:cNvSpPr txBox="1"/>
          <p:nvPr>
            <p:ph idx="4" type="subTitle"/>
          </p:nvPr>
        </p:nvSpPr>
        <p:spPr>
          <a:xfrm>
            <a:off x="3339037" y="3124550"/>
            <a:ext cx="2487300" cy="52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14"/>
          <p:cNvSpPr txBox="1"/>
          <p:nvPr>
            <p:ph idx="5" type="subTitle"/>
          </p:nvPr>
        </p:nvSpPr>
        <p:spPr>
          <a:xfrm>
            <a:off x="6104243" y="2711625"/>
            <a:ext cx="2428500" cy="3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b="1" sz="2000">
                <a:solidFill>
                  <a:schemeClr val="accent2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9pPr>
          </a:lstStyle>
          <a:p/>
        </p:txBody>
      </p:sp>
      <p:sp>
        <p:nvSpPr>
          <p:cNvPr id="140" name="Google Shape;140;p14"/>
          <p:cNvSpPr txBox="1"/>
          <p:nvPr>
            <p:ph idx="6" type="subTitle"/>
          </p:nvPr>
        </p:nvSpPr>
        <p:spPr>
          <a:xfrm>
            <a:off x="6086619" y="3118175"/>
            <a:ext cx="2487300" cy="52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14"/>
          <p:cNvSpPr txBox="1"/>
          <p:nvPr>
            <p:ph type="title"/>
          </p:nvPr>
        </p:nvSpPr>
        <p:spPr>
          <a:xfrm>
            <a:off x="717675" y="521225"/>
            <a:ext cx="771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4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5"/>
          <p:cNvPicPr preferRelativeResize="0"/>
          <p:nvPr/>
        </p:nvPicPr>
        <p:blipFill rotWithShape="1">
          <a:blip r:embed="rId2">
            <a:alphaModFix amt="8000"/>
          </a:blip>
          <a:srcRect b="15604" l="0" r="0" t="0"/>
          <a:stretch/>
        </p:blipFill>
        <p:spPr>
          <a:xfrm>
            <a:off x="-4762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5"/>
          <p:cNvSpPr/>
          <p:nvPr/>
        </p:nvSpPr>
        <p:spPr>
          <a:xfrm>
            <a:off x="4763" y="0"/>
            <a:ext cx="9144000" cy="5143500"/>
          </a:xfrm>
          <a:prstGeom prst="rect">
            <a:avLst/>
          </a:prstGeom>
          <a:solidFill>
            <a:srgbClr val="989898">
              <a:alpha val="75420"/>
            </a:srgbClr>
          </a:solidFill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5"/>
          <p:cNvSpPr/>
          <p:nvPr/>
        </p:nvSpPr>
        <p:spPr>
          <a:xfrm flipH="1">
            <a:off x="480925" y="449500"/>
            <a:ext cx="8169900" cy="727500"/>
          </a:xfrm>
          <a:prstGeom prst="roundRect">
            <a:avLst>
              <a:gd fmla="val 7642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5"/>
          <p:cNvSpPr/>
          <p:nvPr/>
        </p:nvSpPr>
        <p:spPr>
          <a:xfrm flipH="1">
            <a:off x="480925" y="1248550"/>
            <a:ext cx="8169900" cy="3281400"/>
          </a:xfrm>
          <a:prstGeom prst="roundRect">
            <a:avLst>
              <a:gd fmla="val 242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5"/>
          <p:cNvSpPr/>
          <p:nvPr/>
        </p:nvSpPr>
        <p:spPr>
          <a:xfrm>
            <a:off x="4607125" y="4538125"/>
            <a:ext cx="4056300" cy="136800"/>
          </a:xfrm>
          <a:prstGeom prst="roundRect">
            <a:avLst>
              <a:gd fmla="val 33023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5"/>
          <p:cNvSpPr/>
          <p:nvPr/>
        </p:nvSpPr>
        <p:spPr>
          <a:xfrm>
            <a:off x="481075" y="4538125"/>
            <a:ext cx="4056300" cy="136800"/>
          </a:xfrm>
          <a:prstGeom prst="roundRect">
            <a:avLst>
              <a:gd fmla="val 33023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5"/>
          <p:cNvSpPr txBox="1"/>
          <p:nvPr>
            <p:ph idx="1" type="subTitle"/>
          </p:nvPr>
        </p:nvSpPr>
        <p:spPr>
          <a:xfrm>
            <a:off x="726375" y="1922775"/>
            <a:ext cx="2428500" cy="3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b="1" sz="2000">
                <a:solidFill>
                  <a:schemeClr val="accent2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9pPr>
          </a:lstStyle>
          <a:p/>
        </p:txBody>
      </p:sp>
      <p:sp>
        <p:nvSpPr>
          <p:cNvPr id="150" name="Google Shape;150;p15"/>
          <p:cNvSpPr txBox="1"/>
          <p:nvPr>
            <p:ph idx="2" type="subTitle"/>
          </p:nvPr>
        </p:nvSpPr>
        <p:spPr>
          <a:xfrm>
            <a:off x="722325" y="2267175"/>
            <a:ext cx="2436600" cy="52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15"/>
          <p:cNvSpPr txBox="1"/>
          <p:nvPr>
            <p:ph idx="3" type="subTitle"/>
          </p:nvPr>
        </p:nvSpPr>
        <p:spPr>
          <a:xfrm>
            <a:off x="3374553" y="1922775"/>
            <a:ext cx="2428500" cy="3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b="1" sz="2000">
                <a:solidFill>
                  <a:schemeClr val="accent2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9pPr>
          </a:lstStyle>
          <a:p/>
        </p:txBody>
      </p:sp>
      <p:sp>
        <p:nvSpPr>
          <p:cNvPr id="152" name="Google Shape;152;p15"/>
          <p:cNvSpPr txBox="1"/>
          <p:nvPr>
            <p:ph idx="4" type="subTitle"/>
          </p:nvPr>
        </p:nvSpPr>
        <p:spPr>
          <a:xfrm>
            <a:off x="3370503" y="2267175"/>
            <a:ext cx="2436600" cy="52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5"/>
          <p:cNvSpPr txBox="1"/>
          <p:nvPr>
            <p:ph idx="5" type="subTitle"/>
          </p:nvPr>
        </p:nvSpPr>
        <p:spPr>
          <a:xfrm>
            <a:off x="6022731" y="1922775"/>
            <a:ext cx="2428500" cy="3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b="1" sz="2000">
                <a:solidFill>
                  <a:schemeClr val="accent2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9pPr>
          </a:lstStyle>
          <a:p/>
        </p:txBody>
      </p:sp>
      <p:sp>
        <p:nvSpPr>
          <p:cNvPr id="154" name="Google Shape;154;p15"/>
          <p:cNvSpPr txBox="1"/>
          <p:nvPr>
            <p:ph idx="6" type="subTitle"/>
          </p:nvPr>
        </p:nvSpPr>
        <p:spPr>
          <a:xfrm>
            <a:off x="6018681" y="2267175"/>
            <a:ext cx="2436600" cy="52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5"/>
          <p:cNvSpPr txBox="1"/>
          <p:nvPr>
            <p:ph idx="7" type="subTitle"/>
          </p:nvPr>
        </p:nvSpPr>
        <p:spPr>
          <a:xfrm>
            <a:off x="726375" y="3392850"/>
            <a:ext cx="2428500" cy="3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b="1" sz="2000">
                <a:solidFill>
                  <a:schemeClr val="accent2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9pPr>
          </a:lstStyle>
          <a:p/>
        </p:txBody>
      </p:sp>
      <p:sp>
        <p:nvSpPr>
          <p:cNvPr id="156" name="Google Shape;156;p15"/>
          <p:cNvSpPr txBox="1"/>
          <p:nvPr>
            <p:ph idx="8" type="subTitle"/>
          </p:nvPr>
        </p:nvSpPr>
        <p:spPr>
          <a:xfrm>
            <a:off x="722325" y="3737250"/>
            <a:ext cx="2436600" cy="52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15"/>
          <p:cNvSpPr txBox="1"/>
          <p:nvPr>
            <p:ph idx="9" type="subTitle"/>
          </p:nvPr>
        </p:nvSpPr>
        <p:spPr>
          <a:xfrm>
            <a:off x="3374553" y="3392850"/>
            <a:ext cx="2428500" cy="3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b="1" sz="2000">
                <a:solidFill>
                  <a:schemeClr val="accent2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9pPr>
          </a:lstStyle>
          <a:p/>
        </p:txBody>
      </p:sp>
      <p:sp>
        <p:nvSpPr>
          <p:cNvPr id="158" name="Google Shape;158;p15"/>
          <p:cNvSpPr txBox="1"/>
          <p:nvPr>
            <p:ph idx="13" type="subTitle"/>
          </p:nvPr>
        </p:nvSpPr>
        <p:spPr>
          <a:xfrm>
            <a:off x="3370503" y="3737250"/>
            <a:ext cx="2436600" cy="52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15"/>
          <p:cNvSpPr txBox="1"/>
          <p:nvPr>
            <p:ph idx="14" type="subTitle"/>
          </p:nvPr>
        </p:nvSpPr>
        <p:spPr>
          <a:xfrm>
            <a:off x="6022731" y="3392850"/>
            <a:ext cx="2428500" cy="3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b="1" sz="2000">
                <a:solidFill>
                  <a:schemeClr val="accent2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Font typeface="Lato Black"/>
              <a:buNone/>
              <a:defRPr sz="1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9pPr>
          </a:lstStyle>
          <a:p/>
        </p:txBody>
      </p:sp>
      <p:sp>
        <p:nvSpPr>
          <p:cNvPr id="160" name="Google Shape;160;p15"/>
          <p:cNvSpPr txBox="1"/>
          <p:nvPr>
            <p:ph idx="15" type="subTitle"/>
          </p:nvPr>
        </p:nvSpPr>
        <p:spPr>
          <a:xfrm>
            <a:off x="6018681" y="3737250"/>
            <a:ext cx="2436600" cy="52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5"/>
          <p:cNvSpPr txBox="1"/>
          <p:nvPr>
            <p:ph type="title"/>
          </p:nvPr>
        </p:nvSpPr>
        <p:spPr>
          <a:xfrm>
            <a:off x="713225" y="521225"/>
            <a:ext cx="771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11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6"/>
          <p:cNvPicPr preferRelativeResize="0"/>
          <p:nvPr/>
        </p:nvPicPr>
        <p:blipFill rotWithShape="1">
          <a:blip r:embed="rId2">
            <a:alphaModFix amt="8000"/>
          </a:blip>
          <a:srcRect b="15604" l="0" r="0" t="0"/>
          <a:stretch/>
        </p:blipFill>
        <p:spPr>
          <a:xfrm>
            <a:off x="-4762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6"/>
          <p:cNvSpPr/>
          <p:nvPr/>
        </p:nvSpPr>
        <p:spPr>
          <a:xfrm>
            <a:off x="4763" y="0"/>
            <a:ext cx="9144000" cy="5143500"/>
          </a:xfrm>
          <a:prstGeom prst="rect">
            <a:avLst/>
          </a:prstGeom>
          <a:solidFill>
            <a:srgbClr val="989898">
              <a:alpha val="75420"/>
            </a:srgbClr>
          </a:solidFill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6"/>
          <p:cNvSpPr/>
          <p:nvPr/>
        </p:nvSpPr>
        <p:spPr>
          <a:xfrm flipH="1">
            <a:off x="2066425" y="459050"/>
            <a:ext cx="6585600" cy="1291500"/>
          </a:xfrm>
          <a:prstGeom prst="roundRect">
            <a:avLst>
              <a:gd fmla="val 242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6"/>
          <p:cNvSpPr/>
          <p:nvPr/>
        </p:nvSpPr>
        <p:spPr>
          <a:xfrm flipH="1">
            <a:off x="2071350" y="1838437"/>
            <a:ext cx="6585600" cy="1301100"/>
          </a:xfrm>
          <a:prstGeom prst="roundRect">
            <a:avLst>
              <a:gd fmla="val 242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6"/>
          <p:cNvSpPr/>
          <p:nvPr/>
        </p:nvSpPr>
        <p:spPr>
          <a:xfrm flipH="1">
            <a:off x="2071350" y="3227374"/>
            <a:ext cx="6585600" cy="1301100"/>
          </a:xfrm>
          <a:prstGeom prst="roundRect">
            <a:avLst>
              <a:gd fmla="val 242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6"/>
          <p:cNvSpPr/>
          <p:nvPr/>
        </p:nvSpPr>
        <p:spPr>
          <a:xfrm>
            <a:off x="481075" y="4538125"/>
            <a:ext cx="4056300" cy="136800"/>
          </a:xfrm>
          <a:prstGeom prst="roundRect">
            <a:avLst>
              <a:gd fmla="val 33023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6"/>
          <p:cNvSpPr/>
          <p:nvPr/>
        </p:nvSpPr>
        <p:spPr>
          <a:xfrm>
            <a:off x="493150" y="459050"/>
            <a:ext cx="1483800" cy="4079100"/>
          </a:xfrm>
          <a:prstGeom prst="roundRect">
            <a:avLst>
              <a:gd fmla="val 294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6"/>
          <p:cNvSpPr/>
          <p:nvPr/>
        </p:nvSpPr>
        <p:spPr>
          <a:xfrm>
            <a:off x="4607125" y="4538125"/>
            <a:ext cx="4056300" cy="136800"/>
          </a:xfrm>
          <a:prstGeom prst="roundRect">
            <a:avLst>
              <a:gd fmla="val 33023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6"/>
          <p:cNvSpPr txBox="1"/>
          <p:nvPr>
            <p:ph hasCustomPrompt="1" type="title"/>
          </p:nvPr>
        </p:nvSpPr>
        <p:spPr>
          <a:xfrm>
            <a:off x="3069472" y="774925"/>
            <a:ext cx="4579500" cy="66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r>
              <a:t>xx%</a:t>
            </a:r>
          </a:p>
        </p:txBody>
      </p:sp>
      <p:sp>
        <p:nvSpPr>
          <p:cNvPr id="172" name="Google Shape;172;p16"/>
          <p:cNvSpPr txBox="1"/>
          <p:nvPr>
            <p:ph idx="1" type="subTitle"/>
          </p:nvPr>
        </p:nvSpPr>
        <p:spPr>
          <a:xfrm>
            <a:off x="2804875" y="1327235"/>
            <a:ext cx="5108700" cy="38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16"/>
          <p:cNvSpPr txBox="1"/>
          <p:nvPr>
            <p:ph hasCustomPrompt="1" idx="2" type="title"/>
          </p:nvPr>
        </p:nvSpPr>
        <p:spPr>
          <a:xfrm>
            <a:off x="3069472" y="2102420"/>
            <a:ext cx="4579500" cy="66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r>
              <a:t>xx%</a:t>
            </a:r>
          </a:p>
        </p:txBody>
      </p:sp>
      <p:sp>
        <p:nvSpPr>
          <p:cNvPr id="174" name="Google Shape;174;p16"/>
          <p:cNvSpPr txBox="1"/>
          <p:nvPr>
            <p:ph idx="3" type="subTitle"/>
          </p:nvPr>
        </p:nvSpPr>
        <p:spPr>
          <a:xfrm>
            <a:off x="2804875" y="2655130"/>
            <a:ext cx="5108700" cy="38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16"/>
          <p:cNvSpPr txBox="1"/>
          <p:nvPr>
            <p:ph hasCustomPrompt="1" idx="4" type="title"/>
          </p:nvPr>
        </p:nvSpPr>
        <p:spPr>
          <a:xfrm>
            <a:off x="3069472" y="3431231"/>
            <a:ext cx="4579500" cy="66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r>
              <a:t>xx%</a:t>
            </a:r>
          </a:p>
        </p:txBody>
      </p:sp>
      <p:sp>
        <p:nvSpPr>
          <p:cNvPr id="176" name="Google Shape;176;p16"/>
          <p:cNvSpPr txBox="1"/>
          <p:nvPr>
            <p:ph idx="5" type="subTitle"/>
          </p:nvPr>
        </p:nvSpPr>
        <p:spPr>
          <a:xfrm>
            <a:off x="2804875" y="3980375"/>
            <a:ext cx="5108700" cy="38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10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7"/>
          <p:cNvPicPr preferRelativeResize="0"/>
          <p:nvPr/>
        </p:nvPicPr>
        <p:blipFill rotWithShape="1">
          <a:blip r:embed="rId2">
            <a:alphaModFix amt="8000"/>
          </a:blip>
          <a:srcRect b="15604" l="0" r="0" t="0"/>
          <a:stretch/>
        </p:blipFill>
        <p:spPr>
          <a:xfrm>
            <a:off x="-4762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7"/>
          <p:cNvSpPr/>
          <p:nvPr/>
        </p:nvSpPr>
        <p:spPr>
          <a:xfrm>
            <a:off x="4763" y="0"/>
            <a:ext cx="9144000" cy="5143500"/>
          </a:xfrm>
          <a:prstGeom prst="rect">
            <a:avLst/>
          </a:prstGeom>
          <a:solidFill>
            <a:srgbClr val="989898">
              <a:alpha val="75420"/>
            </a:srgbClr>
          </a:solidFill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7"/>
          <p:cNvSpPr/>
          <p:nvPr/>
        </p:nvSpPr>
        <p:spPr>
          <a:xfrm flipH="1">
            <a:off x="4619725" y="459054"/>
            <a:ext cx="4031100" cy="2624400"/>
          </a:xfrm>
          <a:prstGeom prst="roundRect">
            <a:avLst>
              <a:gd fmla="val 294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7"/>
          <p:cNvSpPr/>
          <p:nvPr/>
        </p:nvSpPr>
        <p:spPr>
          <a:xfrm flipH="1">
            <a:off x="4619725" y="3179500"/>
            <a:ext cx="4031100" cy="1368300"/>
          </a:xfrm>
          <a:prstGeom prst="roundRect">
            <a:avLst>
              <a:gd fmla="val 263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7"/>
          <p:cNvSpPr/>
          <p:nvPr/>
        </p:nvSpPr>
        <p:spPr>
          <a:xfrm>
            <a:off x="493150" y="449500"/>
            <a:ext cx="4031100" cy="727500"/>
          </a:xfrm>
          <a:prstGeom prst="roundRect">
            <a:avLst>
              <a:gd fmla="val 7642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7"/>
          <p:cNvSpPr/>
          <p:nvPr/>
        </p:nvSpPr>
        <p:spPr>
          <a:xfrm>
            <a:off x="4607125" y="4538125"/>
            <a:ext cx="4056300" cy="136800"/>
          </a:xfrm>
          <a:prstGeom prst="roundRect">
            <a:avLst>
              <a:gd fmla="val 33023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7"/>
          <p:cNvSpPr/>
          <p:nvPr/>
        </p:nvSpPr>
        <p:spPr>
          <a:xfrm>
            <a:off x="481075" y="4538125"/>
            <a:ext cx="4056300" cy="136800"/>
          </a:xfrm>
          <a:prstGeom prst="roundRect">
            <a:avLst>
              <a:gd fmla="val 33023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7"/>
          <p:cNvSpPr txBox="1"/>
          <p:nvPr>
            <p:ph type="title"/>
          </p:nvPr>
        </p:nvSpPr>
        <p:spPr>
          <a:xfrm>
            <a:off x="5412225" y="755300"/>
            <a:ext cx="3017400" cy="20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/>
        </p:txBody>
      </p:sp>
      <p:sp>
        <p:nvSpPr>
          <p:cNvPr id="186" name="Google Shape;186;p17"/>
          <p:cNvSpPr txBox="1"/>
          <p:nvPr>
            <p:ph idx="1" type="subTitle"/>
          </p:nvPr>
        </p:nvSpPr>
        <p:spPr>
          <a:xfrm>
            <a:off x="5042635" y="3480538"/>
            <a:ext cx="3387000" cy="76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MAIN_POINT_1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18"/>
          <p:cNvPicPr preferRelativeResize="0"/>
          <p:nvPr/>
        </p:nvPicPr>
        <p:blipFill rotWithShape="1">
          <a:blip r:embed="rId2">
            <a:alphaModFix amt="8000"/>
          </a:blip>
          <a:srcRect b="15604" l="0" r="0" t="0"/>
          <a:stretch/>
        </p:blipFill>
        <p:spPr>
          <a:xfrm>
            <a:off x="-4762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8"/>
          <p:cNvSpPr/>
          <p:nvPr/>
        </p:nvSpPr>
        <p:spPr>
          <a:xfrm>
            <a:off x="4763" y="0"/>
            <a:ext cx="9144000" cy="5143500"/>
          </a:xfrm>
          <a:prstGeom prst="rect">
            <a:avLst/>
          </a:prstGeom>
          <a:solidFill>
            <a:srgbClr val="989898">
              <a:alpha val="75420"/>
            </a:srgbClr>
          </a:solidFill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8"/>
          <p:cNvSpPr/>
          <p:nvPr/>
        </p:nvSpPr>
        <p:spPr>
          <a:xfrm rot="10800000">
            <a:off x="480925" y="449500"/>
            <a:ext cx="8169900" cy="3281400"/>
          </a:xfrm>
          <a:prstGeom prst="roundRect">
            <a:avLst>
              <a:gd fmla="val 242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8"/>
          <p:cNvSpPr/>
          <p:nvPr/>
        </p:nvSpPr>
        <p:spPr>
          <a:xfrm>
            <a:off x="481075" y="4538125"/>
            <a:ext cx="4056300" cy="136800"/>
          </a:xfrm>
          <a:prstGeom prst="roundRect">
            <a:avLst>
              <a:gd fmla="val 33023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8"/>
          <p:cNvSpPr/>
          <p:nvPr/>
        </p:nvSpPr>
        <p:spPr>
          <a:xfrm>
            <a:off x="4607125" y="4538125"/>
            <a:ext cx="4056300" cy="136800"/>
          </a:xfrm>
          <a:prstGeom prst="roundRect">
            <a:avLst>
              <a:gd fmla="val 33023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8"/>
          <p:cNvSpPr/>
          <p:nvPr/>
        </p:nvSpPr>
        <p:spPr>
          <a:xfrm rot="10800000">
            <a:off x="480925" y="3802450"/>
            <a:ext cx="8169900" cy="727500"/>
          </a:xfrm>
          <a:prstGeom prst="roundRect">
            <a:avLst>
              <a:gd fmla="val 7642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8"/>
          <p:cNvSpPr txBox="1"/>
          <p:nvPr>
            <p:ph type="title"/>
          </p:nvPr>
        </p:nvSpPr>
        <p:spPr>
          <a:xfrm>
            <a:off x="2515500" y="3787599"/>
            <a:ext cx="4113000" cy="7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5" name="Google Shape;195;p18"/>
          <p:cNvSpPr txBox="1"/>
          <p:nvPr>
            <p:ph idx="1" type="subTitle"/>
          </p:nvPr>
        </p:nvSpPr>
        <p:spPr>
          <a:xfrm>
            <a:off x="1869238" y="2022125"/>
            <a:ext cx="5405700" cy="171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1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19"/>
          <p:cNvPicPr preferRelativeResize="0"/>
          <p:nvPr/>
        </p:nvPicPr>
        <p:blipFill rotWithShape="1">
          <a:blip r:embed="rId2">
            <a:alphaModFix amt="8000"/>
          </a:blip>
          <a:srcRect b="15604" l="0" r="0" t="0"/>
          <a:stretch/>
        </p:blipFill>
        <p:spPr>
          <a:xfrm>
            <a:off x="-4762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9"/>
          <p:cNvSpPr/>
          <p:nvPr/>
        </p:nvSpPr>
        <p:spPr>
          <a:xfrm>
            <a:off x="4763" y="0"/>
            <a:ext cx="9144000" cy="5143500"/>
          </a:xfrm>
          <a:prstGeom prst="rect">
            <a:avLst/>
          </a:prstGeom>
          <a:solidFill>
            <a:srgbClr val="989898">
              <a:alpha val="75420"/>
            </a:srgbClr>
          </a:solidFill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9"/>
          <p:cNvSpPr/>
          <p:nvPr/>
        </p:nvSpPr>
        <p:spPr>
          <a:xfrm>
            <a:off x="493150" y="449500"/>
            <a:ext cx="4031100" cy="1213800"/>
          </a:xfrm>
          <a:prstGeom prst="roundRect">
            <a:avLst>
              <a:gd fmla="val 7642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9"/>
          <p:cNvSpPr/>
          <p:nvPr/>
        </p:nvSpPr>
        <p:spPr>
          <a:xfrm flipH="1">
            <a:off x="4619725" y="459048"/>
            <a:ext cx="4031100" cy="4079100"/>
          </a:xfrm>
          <a:prstGeom prst="roundRect">
            <a:avLst>
              <a:gd fmla="val 180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9"/>
          <p:cNvSpPr/>
          <p:nvPr/>
        </p:nvSpPr>
        <p:spPr>
          <a:xfrm flipH="1">
            <a:off x="494900" y="1727300"/>
            <a:ext cx="4029600" cy="1896900"/>
          </a:xfrm>
          <a:prstGeom prst="roundRect">
            <a:avLst>
              <a:gd fmla="val 242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9"/>
          <p:cNvSpPr/>
          <p:nvPr/>
        </p:nvSpPr>
        <p:spPr>
          <a:xfrm flipH="1">
            <a:off x="494150" y="3704100"/>
            <a:ext cx="4031100" cy="831000"/>
          </a:xfrm>
          <a:prstGeom prst="roundRect">
            <a:avLst>
              <a:gd fmla="val 263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9"/>
          <p:cNvSpPr/>
          <p:nvPr/>
        </p:nvSpPr>
        <p:spPr>
          <a:xfrm>
            <a:off x="481075" y="4538125"/>
            <a:ext cx="4056300" cy="136800"/>
          </a:xfrm>
          <a:prstGeom prst="roundRect">
            <a:avLst>
              <a:gd fmla="val 33023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9"/>
          <p:cNvSpPr/>
          <p:nvPr/>
        </p:nvSpPr>
        <p:spPr>
          <a:xfrm>
            <a:off x="4607125" y="4538125"/>
            <a:ext cx="4056300" cy="136800"/>
          </a:xfrm>
          <a:prstGeom prst="roundRect">
            <a:avLst>
              <a:gd fmla="val 33023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9"/>
          <p:cNvSpPr txBox="1"/>
          <p:nvPr>
            <p:ph type="title"/>
          </p:nvPr>
        </p:nvSpPr>
        <p:spPr>
          <a:xfrm flipH="1">
            <a:off x="700775" y="786088"/>
            <a:ext cx="2426100" cy="5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/>
        </p:txBody>
      </p:sp>
      <p:sp>
        <p:nvSpPr>
          <p:cNvPr id="206" name="Google Shape;206;p19"/>
          <p:cNvSpPr txBox="1"/>
          <p:nvPr>
            <p:ph idx="1" type="subTitle"/>
          </p:nvPr>
        </p:nvSpPr>
        <p:spPr>
          <a:xfrm flipH="1">
            <a:off x="700700" y="2152400"/>
            <a:ext cx="2941500" cy="10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2_1">
    <p:bg>
      <p:bgPr>
        <a:solidFill>
          <a:schemeClr val="lt1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0"/>
          <p:cNvPicPr preferRelativeResize="0"/>
          <p:nvPr/>
        </p:nvPicPr>
        <p:blipFill rotWithShape="1">
          <a:blip r:embed="rId2">
            <a:alphaModFix amt="8000"/>
          </a:blip>
          <a:srcRect b="15604" l="0" r="0" t="0"/>
          <a:stretch/>
        </p:blipFill>
        <p:spPr>
          <a:xfrm>
            <a:off x="-4762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0"/>
          <p:cNvSpPr/>
          <p:nvPr/>
        </p:nvSpPr>
        <p:spPr>
          <a:xfrm>
            <a:off x="4763" y="0"/>
            <a:ext cx="9144000" cy="5143500"/>
          </a:xfrm>
          <a:prstGeom prst="rect">
            <a:avLst/>
          </a:prstGeom>
          <a:solidFill>
            <a:srgbClr val="989898">
              <a:alpha val="75420"/>
            </a:srgbClr>
          </a:solidFill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0"/>
          <p:cNvSpPr/>
          <p:nvPr/>
        </p:nvSpPr>
        <p:spPr>
          <a:xfrm flipH="1">
            <a:off x="4619725" y="449500"/>
            <a:ext cx="4031100" cy="1213800"/>
          </a:xfrm>
          <a:prstGeom prst="roundRect">
            <a:avLst>
              <a:gd fmla="val 7642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0"/>
          <p:cNvSpPr/>
          <p:nvPr/>
        </p:nvSpPr>
        <p:spPr>
          <a:xfrm>
            <a:off x="493150" y="459048"/>
            <a:ext cx="4031100" cy="4079100"/>
          </a:xfrm>
          <a:prstGeom prst="roundRect">
            <a:avLst>
              <a:gd fmla="val 294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0"/>
          <p:cNvSpPr/>
          <p:nvPr/>
        </p:nvSpPr>
        <p:spPr>
          <a:xfrm>
            <a:off x="4619475" y="1727300"/>
            <a:ext cx="4029600" cy="1896900"/>
          </a:xfrm>
          <a:prstGeom prst="roundRect">
            <a:avLst>
              <a:gd fmla="val 242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0"/>
          <p:cNvSpPr/>
          <p:nvPr/>
        </p:nvSpPr>
        <p:spPr>
          <a:xfrm>
            <a:off x="4618725" y="3704100"/>
            <a:ext cx="4031100" cy="831000"/>
          </a:xfrm>
          <a:prstGeom prst="roundRect">
            <a:avLst>
              <a:gd fmla="val 263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0"/>
          <p:cNvSpPr/>
          <p:nvPr/>
        </p:nvSpPr>
        <p:spPr>
          <a:xfrm>
            <a:off x="4607125" y="4538125"/>
            <a:ext cx="4056300" cy="136800"/>
          </a:xfrm>
          <a:prstGeom prst="roundRect">
            <a:avLst>
              <a:gd fmla="val 33023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0"/>
          <p:cNvSpPr/>
          <p:nvPr/>
        </p:nvSpPr>
        <p:spPr>
          <a:xfrm>
            <a:off x="481075" y="4538125"/>
            <a:ext cx="4056300" cy="136800"/>
          </a:xfrm>
          <a:prstGeom prst="roundRect">
            <a:avLst>
              <a:gd fmla="val 33023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0"/>
          <p:cNvSpPr txBox="1"/>
          <p:nvPr>
            <p:ph type="title"/>
          </p:nvPr>
        </p:nvSpPr>
        <p:spPr>
          <a:xfrm flipH="1">
            <a:off x="6217725" y="786108"/>
            <a:ext cx="2211900" cy="5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/>
        </p:txBody>
      </p:sp>
      <p:sp>
        <p:nvSpPr>
          <p:cNvPr id="217" name="Google Shape;217;p20"/>
          <p:cNvSpPr txBox="1"/>
          <p:nvPr>
            <p:ph idx="1" type="subTitle"/>
          </p:nvPr>
        </p:nvSpPr>
        <p:spPr>
          <a:xfrm flipH="1">
            <a:off x="5247225" y="1986898"/>
            <a:ext cx="3182400" cy="116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1"/>
          <p:cNvPicPr preferRelativeResize="0"/>
          <p:nvPr/>
        </p:nvPicPr>
        <p:blipFill rotWithShape="1">
          <a:blip r:embed="rId2">
            <a:alphaModFix amt="8000"/>
          </a:blip>
          <a:srcRect b="15604" l="0" r="0" t="0"/>
          <a:stretch/>
        </p:blipFill>
        <p:spPr>
          <a:xfrm>
            <a:off x="-4762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1"/>
          <p:cNvSpPr/>
          <p:nvPr/>
        </p:nvSpPr>
        <p:spPr>
          <a:xfrm>
            <a:off x="4763" y="0"/>
            <a:ext cx="9144000" cy="5143500"/>
          </a:xfrm>
          <a:prstGeom prst="rect">
            <a:avLst/>
          </a:prstGeom>
          <a:solidFill>
            <a:srgbClr val="989898">
              <a:alpha val="75420"/>
            </a:srgbClr>
          </a:solidFill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1"/>
          <p:cNvSpPr/>
          <p:nvPr/>
        </p:nvSpPr>
        <p:spPr>
          <a:xfrm flipH="1">
            <a:off x="481074" y="1248550"/>
            <a:ext cx="2662200" cy="3281400"/>
          </a:xfrm>
          <a:prstGeom prst="roundRect">
            <a:avLst>
              <a:gd fmla="val 242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1"/>
          <p:cNvSpPr/>
          <p:nvPr/>
        </p:nvSpPr>
        <p:spPr>
          <a:xfrm flipH="1">
            <a:off x="3234887" y="1248550"/>
            <a:ext cx="2662200" cy="3281400"/>
          </a:xfrm>
          <a:prstGeom prst="roundRect">
            <a:avLst>
              <a:gd fmla="val 242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1"/>
          <p:cNvSpPr/>
          <p:nvPr/>
        </p:nvSpPr>
        <p:spPr>
          <a:xfrm flipH="1">
            <a:off x="5988725" y="1248550"/>
            <a:ext cx="2662200" cy="3281400"/>
          </a:xfrm>
          <a:prstGeom prst="roundRect">
            <a:avLst>
              <a:gd fmla="val 242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1"/>
          <p:cNvSpPr/>
          <p:nvPr/>
        </p:nvSpPr>
        <p:spPr>
          <a:xfrm>
            <a:off x="481075" y="4538125"/>
            <a:ext cx="4056300" cy="136800"/>
          </a:xfrm>
          <a:prstGeom prst="roundRect">
            <a:avLst>
              <a:gd fmla="val 33023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1"/>
          <p:cNvSpPr/>
          <p:nvPr/>
        </p:nvSpPr>
        <p:spPr>
          <a:xfrm>
            <a:off x="4607125" y="4538125"/>
            <a:ext cx="4056300" cy="136800"/>
          </a:xfrm>
          <a:prstGeom prst="roundRect">
            <a:avLst>
              <a:gd fmla="val 33023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1"/>
          <p:cNvSpPr/>
          <p:nvPr/>
        </p:nvSpPr>
        <p:spPr>
          <a:xfrm flipH="1">
            <a:off x="480925" y="449500"/>
            <a:ext cx="8169900" cy="727500"/>
          </a:xfrm>
          <a:prstGeom prst="roundRect">
            <a:avLst>
              <a:gd fmla="val 7642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1"/>
          <p:cNvSpPr txBox="1"/>
          <p:nvPr>
            <p:ph type="title"/>
          </p:nvPr>
        </p:nvSpPr>
        <p:spPr>
          <a:xfrm>
            <a:off x="713225" y="521225"/>
            <a:ext cx="771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SECTION_TITLE_AND_DESCRIPTION_1_1_3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2"/>
          <p:cNvPicPr preferRelativeResize="0"/>
          <p:nvPr/>
        </p:nvPicPr>
        <p:blipFill rotWithShape="1">
          <a:blip r:embed="rId2">
            <a:alphaModFix amt="8000"/>
          </a:blip>
          <a:srcRect b="15604" l="0" r="0" t="0"/>
          <a:stretch/>
        </p:blipFill>
        <p:spPr>
          <a:xfrm>
            <a:off x="-4762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2"/>
          <p:cNvSpPr/>
          <p:nvPr/>
        </p:nvSpPr>
        <p:spPr>
          <a:xfrm>
            <a:off x="4763" y="0"/>
            <a:ext cx="9144000" cy="5143500"/>
          </a:xfrm>
          <a:prstGeom prst="rect">
            <a:avLst/>
          </a:prstGeom>
          <a:solidFill>
            <a:srgbClr val="989898">
              <a:alpha val="75420"/>
            </a:srgbClr>
          </a:solidFill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2"/>
          <p:cNvSpPr/>
          <p:nvPr/>
        </p:nvSpPr>
        <p:spPr>
          <a:xfrm flipH="1">
            <a:off x="480925" y="1248550"/>
            <a:ext cx="8169900" cy="3281400"/>
          </a:xfrm>
          <a:prstGeom prst="roundRect">
            <a:avLst>
              <a:gd fmla="val 242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2"/>
          <p:cNvSpPr/>
          <p:nvPr/>
        </p:nvSpPr>
        <p:spPr>
          <a:xfrm flipH="1">
            <a:off x="480925" y="449500"/>
            <a:ext cx="8169900" cy="727500"/>
          </a:xfrm>
          <a:prstGeom prst="roundRect">
            <a:avLst>
              <a:gd fmla="val 7642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2"/>
          <p:cNvSpPr/>
          <p:nvPr/>
        </p:nvSpPr>
        <p:spPr>
          <a:xfrm>
            <a:off x="481075" y="4538125"/>
            <a:ext cx="4056300" cy="136800"/>
          </a:xfrm>
          <a:prstGeom prst="roundRect">
            <a:avLst>
              <a:gd fmla="val 33023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2"/>
          <p:cNvSpPr/>
          <p:nvPr/>
        </p:nvSpPr>
        <p:spPr>
          <a:xfrm>
            <a:off x="4607125" y="4538125"/>
            <a:ext cx="4056300" cy="136800"/>
          </a:xfrm>
          <a:prstGeom prst="roundRect">
            <a:avLst>
              <a:gd fmla="val 33023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2"/>
          <p:cNvSpPr txBox="1"/>
          <p:nvPr>
            <p:ph type="title"/>
          </p:nvPr>
        </p:nvSpPr>
        <p:spPr>
          <a:xfrm>
            <a:off x="923550" y="2713463"/>
            <a:ext cx="2190900" cy="447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36" name="Google Shape;236;p22"/>
          <p:cNvSpPr txBox="1"/>
          <p:nvPr>
            <p:ph idx="1" type="subTitle"/>
          </p:nvPr>
        </p:nvSpPr>
        <p:spPr>
          <a:xfrm>
            <a:off x="790650" y="3051825"/>
            <a:ext cx="2323800" cy="5643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37" name="Google Shape;237;p22"/>
          <p:cNvSpPr txBox="1"/>
          <p:nvPr>
            <p:ph idx="2" type="title"/>
          </p:nvPr>
        </p:nvSpPr>
        <p:spPr>
          <a:xfrm>
            <a:off x="6029625" y="2713463"/>
            <a:ext cx="2190900" cy="447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38" name="Google Shape;238;p22"/>
          <p:cNvSpPr txBox="1"/>
          <p:nvPr>
            <p:ph idx="3" type="subTitle"/>
          </p:nvPr>
        </p:nvSpPr>
        <p:spPr>
          <a:xfrm>
            <a:off x="6029625" y="3051825"/>
            <a:ext cx="2323800" cy="5643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39" name="Google Shape;239;p22"/>
          <p:cNvSpPr txBox="1"/>
          <p:nvPr>
            <p:ph idx="4" type="title"/>
          </p:nvPr>
        </p:nvSpPr>
        <p:spPr>
          <a:xfrm>
            <a:off x="3476588" y="3278693"/>
            <a:ext cx="2190900" cy="447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40" name="Google Shape;240;p22"/>
          <p:cNvSpPr txBox="1"/>
          <p:nvPr>
            <p:ph idx="5" type="subTitle"/>
          </p:nvPr>
        </p:nvSpPr>
        <p:spPr>
          <a:xfrm>
            <a:off x="3410138" y="3617068"/>
            <a:ext cx="2323800" cy="5643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41" name="Google Shape;241;p22"/>
          <p:cNvSpPr txBox="1"/>
          <p:nvPr>
            <p:ph idx="6" type="title"/>
          </p:nvPr>
        </p:nvSpPr>
        <p:spPr>
          <a:xfrm>
            <a:off x="713225" y="521225"/>
            <a:ext cx="771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SECTION_TITLE_AND_DESCRIPTION_1_1_4_2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23"/>
          <p:cNvPicPr preferRelativeResize="0"/>
          <p:nvPr/>
        </p:nvPicPr>
        <p:blipFill rotWithShape="1">
          <a:blip r:embed="rId2">
            <a:alphaModFix amt="8000"/>
          </a:blip>
          <a:srcRect b="15604" l="0" r="0" t="0"/>
          <a:stretch/>
        </p:blipFill>
        <p:spPr>
          <a:xfrm>
            <a:off x="-4762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/>
          <p:nvPr/>
        </p:nvSpPr>
        <p:spPr>
          <a:xfrm>
            <a:off x="4763" y="0"/>
            <a:ext cx="9144000" cy="5143500"/>
          </a:xfrm>
          <a:prstGeom prst="rect">
            <a:avLst/>
          </a:prstGeom>
          <a:solidFill>
            <a:srgbClr val="989898">
              <a:alpha val="75420"/>
            </a:srgbClr>
          </a:solidFill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3"/>
          <p:cNvSpPr/>
          <p:nvPr/>
        </p:nvSpPr>
        <p:spPr>
          <a:xfrm>
            <a:off x="493150" y="1236674"/>
            <a:ext cx="4031100" cy="3311100"/>
          </a:xfrm>
          <a:prstGeom prst="roundRect">
            <a:avLst>
              <a:gd fmla="val 263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3"/>
          <p:cNvSpPr/>
          <p:nvPr/>
        </p:nvSpPr>
        <p:spPr>
          <a:xfrm>
            <a:off x="4619475" y="1236600"/>
            <a:ext cx="4029600" cy="3311100"/>
          </a:xfrm>
          <a:prstGeom prst="roundRect">
            <a:avLst>
              <a:gd fmla="val 242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3"/>
          <p:cNvSpPr/>
          <p:nvPr/>
        </p:nvSpPr>
        <p:spPr>
          <a:xfrm flipH="1">
            <a:off x="480925" y="449500"/>
            <a:ext cx="8169900" cy="727500"/>
          </a:xfrm>
          <a:prstGeom prst="roundRect">
            <a:avLst>
              <a:gd fmla="val 7642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3"/>
          <p:cNvSpPr/>
          <p:nvPr/>
        </p:nvSpPr>
        <p:spPr>
          <a:xfrm>
            <a:off x="4607125" y="4538125"/>
            <a:ext cx="4056300" cy="136800"/>
          </a:xfrm>
          <a:prstGeom prst="roundRect">
            <a:avLst>
              <a:gd fmla="val 33023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3"/>
          <p:cNvSpPr/>
          <p:nvPr/>
        </p:nvSpPr>
        <p:spPr>
          <a:xfrm>
            <a:off x="481075" y="4538125"/>
            <a:ext cx="4056300" cy="136800"/>
          </a:xfrm>
          <a:prstGeom prst="roundRect">
            <a:avLst>
              <a:gd fmla="val 33023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3"/>
          <p:cNvSpPr txBox="1"/>
          <p:nvPr>
            <p:ph type="title"/>
          </p:nvPr>
        </p:nvSpPr>
        <p:spPr>
          <a:xfrm>
            <a:off x="713225" y="521225"/>
            <a:ext cx="771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SECTION_TITLE_AND_DESCRIPTION_1_1_4_2_1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24"/>
          <p:cNvPicPr preferRelativeResize="0"/>
          <p:nvPr/>
        </p:nvPicPr>
        <p:blipFill rotWithShape="1">
          <a:blip r:embed="rId2">
            <a:alphaModFix amt="8000"/>
          </a:blip>
          <a:srcRect b="15604" l="0" r="0" t="0"/>
          <a:stretch/>
        </p:blipFill>
        <p:spPr>
          <a:xfrm>
            <a:off x="-4762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4"/>
          <p:cNvSpPr/>
          <p:nvPr/>
        </p:nvSpPr>
        <p:spPr>
          <a:xfrm>
            <a:off x="4763" y="0"/>
            <a:ext cx="9144000" cy="5143500"/>
          </a:xfrm>
          <a:prstGeom prst="rect">
            <a:avLst/>
          </a:prstGeom>
          <a:solidFill>
            <a:srgbClr val="989898">
              <a:alpha val="75420"/>
            </a:srgbClr>
          </a:solidFill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4"/>
          <p:cNvSpPr/>
          <p:nvPr/>
        </p:nvSpPr>
        <p:spPr>
          <a:xfrm>
            <a:off x="493150" y="459044"/>
            <a:ext cx="4031100" cy="1649700"/>
          </a:xfrm>
          <a:prstGeom prst="roundRect">
            <a:avLst>
              <a:gd fmla="val 294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4"/>
          <p:cNvSpPr/>
          <p:nvPr/>
        </p:nvSpPr>
        <p:spPr>
          <a:xfrm>
            <a:off x="493150" y="2180476"/>
            <a:ext cx="4031100" cy="2367300"/>
          </a:xfrm>
          <a:prstGeom prst="roundRect">
            <a:avLst>
              <a:gd fmla="val 263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4"/>
          <p:cNvSpPr/>
          <p:nvPr/>
        </p:nvSpPr>
        <p:spPr>
          <a:xfrm>
            <a:off x="4619475" y="1236600"/>
            <a:ext cx="4029600" cy="3311100"/>
          </a:xfrm>
          <a:prstGeom prst="roundRect">
            <a:avLst>
              <a:gd fmla="val 242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4"/>
          <p:cNvSpPr/>
          <p:nvPr/>
        </p:nvSpPr>
        <p:spPr>
          <a:xfrm>
            <a:off x="481075" y="4538125"/>
            <a:ext cx="4056300" cy="136800"/>
          </a:xfrm>
          <a:prstGeom prst="roundRect">
            <a:avLst>
              <a:gd fmla="val 33023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4"/>
          <p:cNvSpPr/>
          <p:nvPr/>
        </p:nvSpPr>
        <p:spPr>
          <a:xfrm>
            <a:off x="4607125" y="4538125"/>
            <a:ext cx="4056300" cy="136800"/>
          </a:xfrm>
          <a:prstGeom prst="roundRect">
            <a:avLst>
              <a:gd fmla="val 33023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4"/>
          <p:cNvSpPr/>
          <p:nvPr/>
        </p:nvSpPr>
        <p:spPr>
          <a:xfrm flipH="1">
            <a:off x="4619725" y="449500"/>
            <a:ext cx="4031100" cy="727500"/>
          </a:xfrm>
          <a:prstGeom prst="roundRect">
            <a:avLst>
              <a:gd fmla="val 7642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4"/>
          <p:cNvSpPr txBox="1"/>
          <p:nvPr>
            <p:ph type="title"/>
          </p:nvPr>
        </p:nvSpPr>
        <p:spPr>
          <a:xfrm>
            <a:off x="700775" y="729800"/>
            <a:ext cx="1914600" cy="110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1" name="Google Shape;261;p24"/>
          <p:cNvSpPr txBox="1"/>
          <p:nvPr>
            <p:ph idx="1" type="subTitle"/>
          </p:nvPr>
        </p:nvSpPr>
        <p:spPr>
          <a:xfrm>
            <a:off x="700775" y="2448825"/>
            <a:ext cx="3173100" cy="164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9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25"/>
          <p:cNvPicPr preferRelativeResize="0"/>
          <p:nvPr/>
        </p:nvPicPr>
        <p:blipFill rotWithShape="1">
          <a:blip r:embed="rId2">
            <a:alphaModFix amt="8000"/>
          </a:blip>
          <a:srcRect b="15604" l="0" r="0" t="0"/>
          <a:stretch/>
        </p:blipFill>
        <p:spPr>
          <a:xfrm>
            <a:off x="-4762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5"/>
          <p:cNvSpPr/>
          <p:nvPr/>
        </p:nvSpPr>
        <p:spPr>
          <a:xfrm>
            <a:off x="4763" y="0"/>
            <a:ext cx="9144000" cy="5143500"/>
          </a:xfrm>
          <a:prstGeom prst="rect">
            <a:avLst/>
          </a:prstGeom>
          <a:solidFill>
            <a:srgbClr val="989898">
              <a:alpha val="75420"/>
            </a:srgbClr>
          </a:solidFill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5"/>
          <p:cNvSpPr/>
          <p:nvPr/>
        </p:nvSpPr>
        <p:spPr>
          <a:xfrm flipH="1">
            <a:off x="4594475" y="4538125"/>
            <a:ext cx="4056300" cy="136800"/>
          </a:xfrm>
          <a:prstGeom prst="roundRect">
            <a:avLst>
              <a:gd fmla="val 33023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5"/>
          <p:cNvSpPr/>
          <p:nvPr/>
        </p:nvSpPr>
        <p:spPr>
          <a:xfrm flipH="1">
            <a:off x="481025" y="4538125"/>
            <a:ext cx="4043700" cy="136800"/>
          </a:xfrm>
          <a:prstGeom prst="roundRect">
            <a:avLst>
              <a:gd fmla="val 33023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5"/>
          <p:cNvSpPr/>
          <p:nvPr/>
        </p:nvSpPr>
        <p:spPr>
          <a:xfrm>
            <a:off x="481025" y="449500"/>
            <a:ext cx="5437500" cy="2519400"/>
          </a:xfrm>
          <a:prstGeom prst="roundRect">
            <a:avLst>
              <a:gd fmla="val 294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5"/>
          <p:cNvSpPr/>
          <p:nvPr/>
        </p:nvSpPr>
        <p:spPr>
          <a:xfrm>
            <a:off x="481025" y="3040700"/>
            <a:ext cx="5437500" cy="1489200"/>
          </a:xfrm>
          <a:prstGeom prst="roundRect">
            <a:avLst>
              <a:gd fmla="val 591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5"/>
          <p:cNvSpPr/>
          <p:nvPr/>
        </p:nvSpPr>
        <p:spPr>
          <a:xfrm>
            <a:off x="5996425" y="1547825"/>
            <a:ext cx="2654400" cy="2982000"/>
          </a:xfrm>
          <a:prstGeom prst="roundRect">
            <a:avLst>
              <a:gd fmla="val 242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5"/>
          <p:cNvSpPr/>
          <p:nvPr/>
        </p:nvSpPr>
        <p:spPr>
          <a:xfrm>
            <a:off x="5996422" y="449500"/>
            <a:ext cx="2654400" cy="1033800"/>
          </a:xfrm>
          <a:prstGeom prst="roundRect">
            <a:avLst>
              <a:gd fmla="val 7642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5"/>
          <p:cNvSpPr txBox="1"/>
          <p:nvPr>
            <p:ph idx="1" type="subTitle"/>
          </p:nvPr>
        </p:nvSpPr>
        <p:spPr>
          <a:xfrm>
            <a:off x="1275725" y="1614875"/>
            <a:ext cx="3848100" cy="116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2" name="Google Shape;272;p25"/>
          <p:cNvSpPr txBox="1"/>
          <p:nvPr>
            <p:ph type="title"/>
          </p:nvPr>
        </p:nvSpPr>
        <p:spPr>
          <a:xfrm>
            <a:off x="1144925" y="704225"/>
            <a:ext cx="4109700" cy="80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68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73" name="Google Shape;273;p25"/>
          <p:cNvSpPr txBox="1"/>
          <p:nvPr/>
        </p:nvSpPr>
        <p:spPr>
          <a:xfrm>
            <a:off x="1148075" y="3332683"/>
            <a:ext cx="4103400" cy="7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Credits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 This presentation template was created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including icons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infographics &amp; images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12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26"/>
          <p:cNvPicPr preferRelativeResize="0"/>
          <p:nvPr/>
        </p:nvPicPr>
        <p:blipFill rotWithShape="1">
          <a:blip r:embed="rId2">
            <a:alphaModFix amt="8000"/>
          </a:blip>
          <a:srcRect b="15604" l="0" r="0" t="0"/>
          <a:stretch/>
        </p:blipFill>
        <p:spPr>
          <a:xfrm>
            <a:off x="-4762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6"/>
          <p:cNvSpPr/>
          <p:nvPr/>
        </p:nvSpPr>
        <p:spPr>
          <a:xfrm>
            <a:off x="4763" y="0"/>
            <a:ext cx="9144000" cy="5143500"/>
          </a:xfrm>
          <a:prstGeom prst="rect">
            <a:avLst/>
          </a:prstGeom>
          <a:solidFill>
            <a:srgbClr val="989898">
              <a:alpha val="75420"/>
            </a:srgbClr>
          </a:solidFill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6"/>
          <p:cNvSpPr/>
          <p:nvPr/>
        </p:nvSpPr>
        <p:spPr>
          <a:xfrm>
            <a:off x="481075" y="4538125"/>
            <a:ext cx="4056300" cy="136800"/>
          </a:xfrm>
          <a:prstGeom prst="roundRect">
            <a:avLst>
              <a:gd fmla="val 33023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6"/>
          <p:cNvSpPr/>
          <p:nvPr/>
        </p:nvSpPr>
        <p:spPr>
          <a:xfrm>
            <a:off x="4607125" y="4538125"/>
            <a:ext cx="4043700" cy="136800"/>
          </a:xfrm>
          <a:prstGeom prst="roundRect">
            <a:avLst>
              <a:gd fmla="val 33023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6"/>
          <p:cNvSpPr/>
          <p:nvPr/>
        </p:nvSpPr>
        <p:spPr>
          <a:xfrm rot="10800000">
            <a:off x="3213325" y="1426825"/>
            <a:ext cx="5437500" cy="3103200"/>
          </a:xfrm>
          <a:prstGeom prst="roundRect">
            <a:avLst>
              <a:gd fmla="val 294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6"/>
          <p:cNvSpPr/>
          <p:nvPr/>
        </p:nvSpPr>
        <p:spPr>
          <a:xfrm rot="10800000">
            <a:off x="3213315" y="449500"/>
            <a:ext cx="5437500" cy="901800"/>
          </a:xfrm>
          <a:prstGeom prst="roundRect">
            <a:avLst>
              <a:gd fmla="val 591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6"/>
          <p:cNvSpPr/>
          <p:nvPr/>
        </p:nvSpPr>
        <p:spPr>
          <a:xfrm rot="10800000">
            <a:off x="481025" y="449700"/>
            <a:ext cx="2654400" cy="2982000"/>
          </a:xfrm>
          <a:prstGeom prst="roundRect">
            <a:avLst>
              <a:gd fmla="val 242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6"/>
          <p:cNvSpPr/>
          <p:nvPr/>
        </p:nvSpPr>
        <p:spPr>
          <a:xfrm rot="10800000">
            <a:off x="481028" y="3496225"/>
            <a:ext cx="2654400" cy="1033800"/>
          </a:xfrm>
          <a:prstGeom prst="roundRect">
            <a:avLst>
              <a:gd fmla="val 7642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3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27"/>
          <p:cNvPicPr preferRelativeResize="0"/>
          <p:nvPr/>
        </p:nvPicPr>
        <p:blipFill rotWithShape="1">
          <a:blip r:embed="rId2">
            <a:alphaModFix amt="8000"/>
          </a:blip>
          <a:srcRect b="15604" l="0" r="0" t="0"/>
          <a:stretch/>
        </p:blipFill>
        <p:spPr>
          <a:xfrm>
            <a:off x="-4762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7"/>
          <p:cNvSpPr/>
          <p:nvPr/>
        </p:nvSpPr>
        <p:spPr>
          <a:xfrm>
            <a:off x="4763" y="0"/>
            <a:ext cx="9144000" cy="5143500"/>
          </a:xfrm>
          <a:prstGeom prst="rect">
            <a:avLst/>
          </a:prstGeom>
          <a:solidFill>
            <a:srgbClr val="989898">
              <a:alpha val="75420"/>
            </a:srgbClr>
          </a:solidFill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7"/>
          <p:cNvSpPr/>
          <p:nvPr/>
        </p:nvSpPr>
        <p:spPr>
          <a:xfrm flipH="1">
            <a:off x="4619725" y="449500"/>
            <a:ext cx="4031100" cy="1213800"/>
          </a:xfrm>
          <a:prstGeom prst="roundRect">
            <a:avLst>
              <a:gd fmla="val 389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7"/>
          <p:cNvSpPr/>
          <p:nvPr/>
        </p:nvSpPr>
        <p:spPr>
          <a:xfrm>
            <a:off x="493150" y="459048"/>
            <a:ext cx="4031100" cy="4079100"/>
          </a:xfrm>
          <a:prstGeom prst="roundRect">
            <a:avLst>
              <a:gd fmla="val 180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7"/>
          <p:cNvSpPr/>
          <p:nvPr/>
        </p:nvSpPr>
        <p:spPr>
          <a:xfrm>
            <a:off x="4619475" y="1727300"/>
            <a:ext cx="4029600" cy="1896900"/>
          </a:xfrm>
          <a:prstGeom prst="roundRect">
            <a:avLst>
              <a:gd fmla="val 242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7"/>
          <p:cNvSpPr/>
          <p:nvPr/>
        </p:nvSpPr>
        <p:spPr>
          <a:xfrm>
            <a:off x="4618725" y="3704100"/>
            <a:ext cx="4031100" cy="831000"/>
          </a:xfrm>
          <a:prstGeom prst="roundRect">
            <a:avLst>
              <a:gd fmla="val 6622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7"/>
          <p:cNvSpPr/>
          <p:nvPr/>
        </p:nvSpPr>
        <p:spPr>
          <a:xfrm>
            <a:off x="481075" y="4538125"/>
            <a:ext cx="4056300" cy="136800"/>
          </a:xfrm>
          <a:prstGeom prst="roundRect">
            <a:avLst>
              <a:gd fmla="val 33023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7"/>
          <p:cNvSpPr/>
          <p:nvPr/>
        </p:nvSpPr>
        <p:spPr>
          <a:xfrm>
            <a:off x="4607125" y="4538125"/>
            <a:ext cx="4056300" cy="136800"/>
          </a:xfrm>
          <a:prstGeom prst="roundRect">
            <a:avLst>
              <a:gd fmla="val 33023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5212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udiowide"/>
              <a:buNone/>
              <a:defRPr b="1" sz="3000">
                <a:solidFill>
                  <a:schemeClr val="dk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udiowide"/>
              <a:buNone/>
              <a:defRPr b="1" sz="3000">
                <a:solidFill>
                  <a:schemeClr val="dk1"/>
                </a:solidFill>
                <a:latin typeface="Audiowide"/>
                <a:ea typeface="Audiowide"/>
                <a:cs typeface="Audiowide"/>
                <a:sym typeface="Audiowid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udiowide"/>
              <a:buNone/>
              <a:defRPr b="1" sz="3000">
                <a:solidFill>
                  <a:schemeClr val="dk1"/>
                </a:solidFill>
                <a:latin typeface="Audiowide"/>
                <a:ea typeface="Audiowide"/>
                <a:cs typeface="Audiowide"/>
                <a:sym typeface="Audiowid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udiowide"/>
              <a:buNone/>
              <a:defRPr b="1" sz="3000">
                <a:solidFill>
                  <a:schemeClr val="dk1"/>
                </a:solidFill>
                <a:latin typeface="Audiowide"/>
                <a:ea typeface="Audiowide"/>
                <a:cs typeface="Audiowide"/>
                <a:sym typeface="Audiowid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udiowide"/>
              <a:buNone/>
              <a:defRPr b="1" sz="3000">
                <a:solidFill>
                  <a:schemeClr val="dk1"/>
                </a:solidFill>
                <a:latin typeface="Audiowide"/>
                <a:ea typeface="Audiowide"/>
                <a:cs typeface="Audiowide"/>
                <a:sym typeface="Audiowid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udiowide"/>
              <a:buNone/>
              <a:defRPr b="1" sz="3000">
                <a:solidFill>
                  <a:schemeClr val="dk1"/>
                </a:solidFill>
                <a:latin typeface="Audiowide"/>
                <a:ea typeface="Audiowide"/>
                <a:cs typeface="Audiowide"/>
                <a:sym typeface="Audiowid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udiowide"/>
              <a:buNone/>
              <a:defRPr b="1" sz="3000">
                <a:solidFill>
                  <a:schemeClr val="dk1"/>
                </a:solidFill>
                <a:latin typeface="Audiowide"/>
                <a:ea typeface="Audiowide"/>
                <a:cs typeface="Audiowide"/>
                <a:sym typeface="Audiowid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udiowide"/>
              <a:buNone/>
              <a:defRPr b="1" sz="3000">
                <a:solidFill>
                  <a:schemeClr val="dk1"/>
                </a:solidFill>
                <a:latin typeface="Audiowide"/>
                <a:ea typeface="Audiowide"/>
                <a:cs typeface="Audiowide"/>
                <a:sym typeface="Audiowid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udiowide"/>
              <a:buNone/>
              <a:defRPr b="1" sz="3000">
                <a:solidFill>
                  <a:schemeClr val="dk1"/>
                </a:solidFill>
                <a:latin typeface="Audiowide"/>
                <a:ea typeface="Audiowide"/>
                <a:cs typeface="Audiowide"/>
                <a:sym typeface="Audiowid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303">
          <p15:clr>
            <a:srgbClr val="EA4335"/>
          </p15:clr>
        </p15:guide>
        <p15:guide id="2" pos="5449">
          <p15:clr>
            <a:srgbClr val="EA4335"/>
          </p15:clr>
        </p15:guide>
        <p15:guide id="3" orient="horz" pos="283">
          <p15:clr>
            <a:srgbClr val="EA4335"/>
          </p15:clr>
        </p15:guide>
        <p15:guide id="4" orient="horz" pos="2945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8"/>
          <p:cNvSpPr txBox="1"/>
          <p:nvPr>
            <p:ph type="title"/>
          </p:nvPr>
        </p:nvSpPr>
        <p:spPr>
          <a:xfrm>
            <a:off x="781650" y="1382000"/>
            <a:ext cx="7388100" cy="13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Mini Project under the aegis of Department of CEA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7" name="Google Shape;297;p28" title="logo.png"/>
          <p:cNvPicPr preferRelativeResize="0"/>
          <p:nvPr/>
        </p:nvPicPr>
        <p:blipFill rotWithShape="1">
          <a:blip r:embed="rId3">
            <a:alphaModFix/>
          </a:blip>
          <a:srcRect b="3906" l="0" r="0" t="6903"/>
          <a:stretch/>
        </p:blipFill>
        <p:spPr>
          <a:xfrm>
            <a:off x="2568557" y="32107"/>
            <a:ext cx="1990625" cy="1281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8" title="ibm-logo-transparen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4600" y="198825"/>
            <a:ext cx="2374574" cy="948426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481075" y="2502450"/>
            <a:ext cx="6036000" cy="18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chemeClr val="dk1"/>
                </a:solidFill>
                <a:latin typeface="Audiowide"/>
                <a:ea typeface="Audiowide"/>
                <a:cs typeface="Audiowide"/>
                <a:sym typeface="Audiowide"/>
              </a:rPr>
              <a:t>Presented by:</a:t>
            </a:r>
            <a:endParaRPr b="1" sz="2300">
              <a:solidFill>
                <a:schemeClr val="dk1"/>
              </a:solidFill>
              <a:latin typeface="Audiowide"/>
              <a:ea typeface="Audiowide"/>
              <a:cs typeface="Audiowide"/>
              <a:sym typeface="Audiowide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udiowide"/>
              <a:buChar char="●"/>
            </a:pPr>
            <a:r>
              <a:rPr b="1" lang="en" sz="2300">
                <a:solidFill>
                  <a:schemeClr val="dk1"/>
                </a:solidFill>
                <a:latin typeface="Audiowide"/>
                <a:ea typeface="Audiowide"/>
                <a:cs typeface="Audiowide"/>
                <a:sym typeface="Audiowide"/>
              </a:rPr>
              <a:t>Piyush Kumar </a:t>
            </a:r>
            <a:endParaRPr b="1" sz="2300">
              <a:solidFill>
                <a:schemeClr val="dk1"/>
              </a:solidFill>
              <a:latin typeface="Audiowide"/>
              <a:ea typeface="Audiowide"/>
              <a:cs typeface="Audiowide"/>
              <a:sym typeface="Audiowide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udiowide"/>
              <a:buChar char="●"/>
            </a:pPr>
            <a:r>
              <a:rPr b="1" lang="en" sz="2300">
                <a:solidFill>
                  <a:schemeClr val="dk1"/>
                </a:solidFill>
                <a:latin typeface="Audiowide"/>
                <a:ea typeface="Audiowide"/>
                <a:cs typeface="Audiowide"/>
                <a:sym typeface="Audiowide"/>
              </a:rPr>
              <a:t>Nitin Sikarwar</a:t>
            </a:r>
            <a:endParaRPr b="1" sz="2300">
              <a:solidFill>
                <a:schemeClr val="dk1"/>
              </a:solidFill>
              <a:latin typeface="Audiowide"/>
              <a:ea typeface="Audiowide"/>
              <a:cs typeface="Audiowide"/>
              <a:sym typeface="Audiowide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udiowide"/>
              <a:buChar char="●"/>
            </a:pPr>
            <a:r>
              <a:rPr b="1" lang="en" sz="2300">
                <a:solidFill>
                  <a:schemeClr val="dk1"/>
                </a:solidFill>
                <a:latin typeface="Audiowide"/>
                <a:ea typeface="Audiowide"/>
                <a:cs typeface="Audiowide"/>
                <a:sym typeface="Audiowide"/>
              </a:rPr>
              <a:t>Sumit Kumar Swain</a:t>
            </a:r>
            <a:endParaRPr sz="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0" name="Google Shape;300;p28"/>
          <p:cNvSpPr txBox="1"/>
          <p:nvPr/>
        </p:nvSpPr>
        <p:spPr>
          <a:xfrm>
            <a:off x="416863" y="4243975"/>
            <a:ext cx="6164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Audiowide"/>
                <a:ea typeface="Audiowide"/>
                <a:cs typeface="Audiowide"/>
                <a:sym typeface="Audiowide"/>
              </a:rPr>
              <a:t>Mentor:</a:t>
            </a:r>
            <a:endParaRPr b="1" sz="2200">
              <a:solidFill>
                <a:schemeClr val="dk1"/>
              </a:solidFill>
              <a:latin typeface="Audiowide"/>
              <a:ea typeface="Audiowide"/>
              <a:cs typeface="Audiowide"/>
              <a:sym typeface="Audiowide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udiowide"/>
              <a:buChar char="●"/>
            </a:pPr>
            <a:r>
              <a:rPr b="1" lang="en" sz="2200">
                <a:solidFill>
                  <a:schemeClr val="dk1"/>
                </a:solidFill>
                <a:latin typeface="Audiowide"/>
                <a:ea typeface="Audiowide"/>
                <a:cs typeface="Audiowide"/>
                <a:sym typeface="Audiowide"/>
              </a:rPr>
              <a:t>Mr. Shamsher Khan</a:t>
            </a:r>
            <a:endParaRPr sz="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9"/>
          <p:cNvSpPr txBox="1"/>
          <p:nvPr>
            <p:ph type="ctrTitle"/>
          </p:nvPr>
        </p:nvSpPr>
        <p:spPr>
          <a:xfrm>
            <a:off x="707725" y="670613"/>
            <a:ext cx="3684900" cy="297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NightWatch</a:t>
            </a:r>
            <a:r>
              <a:rPr lang="en" sz="3600"/>
              <a:t> </a:t>
            </a:r>
            <a:r>
              <a:rPr lang="en" sz="3600">
                <a:solidFill>
                  <a:schemeClr val="accent2"/>
                </a:solidFill>
              </a:rPr>
              <a:t>An Intelligent</a:t>
            </a:r>
            <a:r>
              <a:rPr lang="en" sz="3600"/>
              <a:t> </a:t>
            </a:r>
            <a:r>
              <a:rPr lang="en" sz="3600">
                <a:solidFill>
                  <a:schemeClr val="accent2"/>
                </a:solidFill>
              </a:rPr>
              <a:t>EDR Framework</a:t>
            </a:r>
            <a:endParaRPr sz="3600">
              <a:solidFill>
                <a:schemeClr val="accent2"/>
              </a:solidFill>
            </a:endParaRPr>
          </a:p>
        </p:txBody>
      </p:sp>
      <p:grpSp>
        <p:nvGrpSpPr>
          <p:cNvPr id="306" name="Google Shape;306;p29"/>
          <p:cNvGrpSpPr/>
          <p:nvPr/>
        </p:nvGrpSpPr>
        <p:grpSpPr>
          <a:xfrm>
            <a:off x="7742302" y="573802"/>
            <a:ext cx="687331" cy="478910"/>
            <a:chOff x="238125" y="402125"/>
            <a:chExt cx="7020750" cy="4891825"/>
          </a:xfrm>
        </p:grpSpPr>
        <p:sp>
          <p:nvSpPr>
            <p:cNvPr id="307" name="Google Shape;307;p29"/>
            <p:cNvSpPr/>
            <p:nvPr/>
          </p:nvSpPr>
          <p:spPr>
            <a:xfrm>
              <a:off x="238125" y="402125"/>
              <a:ext cx="4153800" cy="4891825"/>
            </a:xfrm>
            <a:custGeom>
              <a:rect b="b" l="l" r="r" t="t"/>
              <a:pathLst>
                <a:path extrusionOk="0" h="195673" w="166152">
                  <a:moveTo>
                    <a:pt x="0" y="0"/>
                  </a:moveTo>
                  <a:lnTo>
                    <a:pt x="97647" y="97647"/>
                  </a:lnTo>
                  <a:lnTo>
                    <a:pt x="0" y="195672"/>
                  </a:lnTo>
                  <a:lnTo>
                    <a:pt x="68126" y="195672"/>
                  </a:lnTo>
                  <a:lnTo>
                    <a:pt x="166151" y="97647"/>
                  </a:lnTo>
                  <a:lnTo>
                    <a:pt x="6812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9"/>
            <p:cNvSpPr/>
            <p:nvPr/>
          </p:nvSpPr>
          <p:spPr>
            <a:xfrm>
              <a:off x="3105075" y="402125"/>
              <a:ext cx="4153800" cy="4891825"/>
            </a:xfrm>
            <a:custGeom>
              <a:rect b="b" l="l" r="r" t="t"/>
              <a:pathLst>
                <a:path extrusionOk="0" h="195673" w="166152">
                  <a:moveTo>
                    <a:pt x="0" y="0"/>
                  </a:moveTo>
                  <a:lnTo>
                    <a:pt x="97648" y="97647"/>
                  </a:lnTo>
                  <a:lnTo>
                    <a:pt x="0" y="195672"/>
                  </a:lnTo>
                  <a:lnTo>
                    <a:pt x="68505" y="195672"/>
                  </a:lnTo>
                  <a:lnTo>
                    <a:pt x="166152" y="97647"/>
                  </a:lnTo>
                  <a:lnTo>
                    <a:pt x="6850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9" name="Google Shape;309;p29"/>
          <p:cNvGrpSpPr/>
          <p:nvPr/>
        </p:nvGrpSpPr>
        <p:grpSpPr>
          <a:xfrm>
            <a:off x="5412938" y="1646003"/>
            <a:ext cx="2659770" cy="2493429"/>
            <a:chOff x="4456875" y="2635825"/>
            <a:chExt cx="481825" cy="451700"/>
          </a:xfrm>
        </p:grpSpPr>
        <p:sp>
          <p:nvSpPr>
            <p:cNvPr id="310" name="Google Shape;310;p29"/>
            <p:cNvSpPr/>
            <p:nvPr/>
          </p:nvSpPr>
          <p:spPr>
            <a:xfrm>
              <a:off x="4542475" y="3031050"/>
              <a:ext cx="189725" cy="56475"/>
            </a:xfrm>
            <a:custGeom>
              <a:rect b="b" l="l" r="r" t="t"/>
              <a:pathLst>
                <a:path extrusionOk="0" h="2259" w="7589">
                  <a:moveTo>
                    <a:pt x="2792" y="0"/>
                  </a:moveTo>
                  <a:lnTo>
                    <a:pt x="2415" y="1130"/>
                  </a:lnTo>
                  <a:lnTo>
                    <a:pt x="567" y="1130"/>
                  </a:lnTo>
                  <a:cubicBezTo>
                    <a:pt x="253" y="1130"/>
                    <a:pt x="0" y="1383"/>
                    <a:pt x="0" y="1696"/>
                  </a:cubicBezTo>
                  <a:cubicBezTo>
                    <a:pt x="0" y="2006"/>
                    <a:pt x="253" y="2259"/>
                    <a:pt x="567" y="2259"/>
                  </a:cubicBezTo>
                  <a:lnTo>
                    <a:pt x="7589" y="2259"/>
                  </a:lnTo>
                  <a:cubicBezTo>
                    <a:pt x="7101" y="1831"/>
                    <a:pt x="6821" y="1214"/>
                    <a:pt x="6821" y="567"/>
                  </a:cubicBezTo>
                  <a:lnTo>
                    <a:pt x="682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16750" lIns="716750" spcFirstLastPara="1" rIns="716750" wrap="square" tIns="716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976">
                <a:solidFill>
                  <a:srgbClr val="435D74"/>
                </a:solidFill>
              </a:endParaRPr>
            </a:p>
          </p:txBody>
        </p:sp>
        <p:sp>
          <p:nvSpPr>
            <p:cNvPr id="311" name="Google Shape;311;p29"/>
            <p:cNvSpPr/>
            <p:nvPr/>
          </p:nvSpPr>
          <p:spPr>
            <a:xfrm>
              <a:off x="4456875" y="2946350"/>
              <a:ext cx="256125" cy="56500"/>
            </a:xfrm>
            <a:custGeom>
              <a:rect b="b" l="l" r="r" t="t"/>
              <a:pathLst>
                <a:path extrusionOk="0" h="2260" w="10245">
                  <a:moveTo>
                    <a:pt x="1" y="1"/>
                  </a:moveTo>
                  <a:lnTo>
                    <a:pt x="1" y="567"/>
                  </a:lnTo>
                  <a:cubicBezTo>
                    <a:pt x="1" y="1500"/>
                    <a:pt x="756" y="2259"/>
                    <a:pt x="1693" y="2259"/>
                  </a:cubicBezTo>
                  <a:lnTo>
                    <a:pt x="10245" y="2259"/>
                  </a:lnTo>
                  <a:lnTo>
                    <a:pt x="1024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16750" lIns="716750" spcFirstLastPara="1" rIns="716750" wrap="square" tIns="716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976">
                <a:solidFill>
                  <a:srgbClr val="435D74"/>
                </a:solidFill>
              </a:endParaRPr>
            </a:p>
          </p:txBody>
        </p:sp>
        <p:sp>
          <p:nvSpPr>
            <p:cNvPr id="312" name="Google Shape;312;p29"/>
            <p:cNvSpPr/>
            <p:nvPr/>
          </p:nvSpPr>
          <p:spPr>
            <a:xfrm>
              <a:off x="4741225" y="2861675"/>
              <a:ext cx="169400" cy="141175"/>
            </a:xfrm>
            <a:custGeom>
              <a:rect b="b" l="l" r="r" t="t"/>
              <a:pathLst>
                <a:path extrusionOk="0" h="5647" w="6776">
                  <a:moveTo>
                    <a:pt x="0" y="0"/>
                  </a:moveTo>
                  <a:lnTo>
                    <a:pt x="0" y="5646"/>
                  </a:lnTo>
                  <a:lnTo>
                    <a:pt x="6775" y="5646"/>
                  </a:lnTo>
                  <a:lnTo>
                    <a:pt x="67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16750" lIns="716750" spcFirstLastPara="1" rIns="716750" wrap="square" tIns="716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976">
                <a:solidFill>
                  <a:srgbClr val="435D74"/>
                </a:solidFill>
              </a:endParaRPr>
            </a:p>
          </p:txBody>
        </p:sp>
        <p:sp>
          <p:nvSpPr>
            <p:cNvPr id="313" name="Google Shape;313;p29"/>
            <p:cNvSpPr/>
            <p:nvPr/>
          </p:nvSpPr>
          <p:spPr>
            <a:xfrm>
              <a:off x="4741225" y="3031050"/>
              <a:ext cx="169400" cy="42400"/>
            </a:xfrm>
            <a:custGeom>
              <a:rect b="b" l="l" r="r" t="t"/>
              <a:pathLst>
                <a:path extrusionOk="0" h="1696" w="6776">
                  <a:moveTo>
                    <a:pt x="0" y="0"/>
                  </a:moveTo>
                  <a:lnTo>
                    <a:pt x="0" y="567"/>
                  </a:lnTo>
                  <a:cubicBezTo>
                    <a:pt x="0" y="1190"/>
                    <a:pt x="506" y="1696"/>
                    <a:pt x="1129" y="1696"/>
                  </a:cubicBezTo>
                  <a:lnTo>
                    <a:pt x="5646" y="1696"/>
                  </a:lnTo>
                  <a:cubicBezTo>
                    <a:pt x="6270" y="1696"/>
                    <a:pt x="6775" y="1190"/>
                    <a:pt x="6775" y="567"/>
                  </a:cubicBezTo>
                  <a:lnTo>
                    <a:pt x="677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16750" lIns="716750" spcFirstLastPara="1" rIns="716750" wrap="square" tIns="716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976">
                <a:solidFill>
                  <a:srgbClr val="435D74"/>
                </a:solidFill>
              </a:endParaRPr>
            </a:p>
          </p:txBody>
        </p:sp>
        <p:sp>
          <p:nvSpPr>
            <p:cNvPr id="314" name="Google Shape;314;p29"/>
            <p:cNvSpPr/>
            <p:nvPr/>
          </p:nvSpPr>
          <p:spPr>
            <a:xfrm>
              <a:off x="4456875" y="2635825"/>
              <a:ext cx="481825" cy="282325"/>
            </a:xfrm>
            <a:custGeom>
              <a:rect b="b" l="l" r="r" t="t"/>
              <a:pathLst>
                <a:path extrusionOk="0" h="11293" w="19273">
                  <a:moveTo>
                    <a:pt x="1693" y="0"/>
                  </a:moveTo>
                  <a:cubicBezTo>
                    <a:pt x="756" y="0"/>
                    <a:pt x="1" y="759"/>
                    <a:pt x="1" y="1696"/>
                  </a:cubicBezTo>
                  <a:lnTo>
                    <a:pt x="1" y="11293"/>
                  </a:lnTo>
                  <a:lnTo>
                    <a:pt x="10245" y="11293"/>
                  </a:lnTo>
                  <a:lnTo>
                    <a:pt x="10245" y="7342"/>
                  </a:lnTo>
                  <a:cubicBezTo>
                    <a:pt x="10245" y="6092"/>
                    <a:pt x="11257" y="5083"/>
                    <a:pt x="12503" y="5083"/>
                  </a:cubicBezTo>
                  <a:lnTo>
                    <a:pt x="17020" y="5083"/>
                  </a:lnTo>
                  <a:cubicBezTo>
                    <a:pt x="18201" y="5083"/>
                    <a:pt x="19179" y="5993"/>
                    <a:pt x="19273" y="7167"/>
                  </a:cubicBezTo>
                  <a:lnTo>
                    <a:pt x="19273" y="1696"/>
                  </a:lnTo>
                  <a:cubicBezTo>
                    <a:pt x="19270" y="759"/>
                    <a:pt x="18514" y="0"/>
                    <a:pt x="1757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716750" lIns="716750" spcFirstLastPara="1" rIns="716750" wrap="square" tIns="716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976">
                <a:solidFill>
                  <a:srgbClr val="435D74"/>
                </a:solidFill>
              </a:endParaRPr>
            </a:p>
          </p:txBody>
        </p:sp>
        <p:sp>
          <p:nvSpPr>
            <p:cNvPr id="315" name="Google Shape;315;p29"/>
            <p:cNvSpPr/>
            <p:nvPr/>
          </p:nvSpPr>
          <p:spPr>
            <a:xfrm>
              <a:off x="4741225" y="2791125"/>
              <a:ext cx="169400" cy="42325"/>
            </a:xfrm>
            <a:custGeom>
              <a:rect b="b" l="l" r="r" t="t"/>
              <a:pathLst>
                <a:path extrusionOk="0" h="1693" w="6776">
                  <a:moveTo>
                    <a:pt x="1129" y="1"/>
                  </a:moveTo>
                  <a:cubicBezTo>
                    <a:pt x="506" y="1"/>
                    <a:pt x="0" y="503"/>
                    <a:pt x="0" y="1130"/>
                  </a:cubicBezTo>
                  <a:lnTo>
                    <a:pt x="0" y="1693"/>
                  </a:lnTo>
                  <a:lnTo>
                    <a:pt x="6775" y="1693"/>
                  </a:lnTo>
                  <a:lnTo>
                    <a:pt x="6775" y="1130"/>
                  </a:lnTo>
                  <a:cubicBezTo>
                    <a:pt x="6775" y="503"/>
                    <a:pt x="6270" y="1"/>
                    <a:pt x="564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16750" lIns="716750" spcFirstLastPara="1" rIns="716750" wrap="square" tIns="716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976">
                <a:solidFill>
                  <a:srgbClr val="435D74"/>
                </a:solidFill>
              </a:endParaRPr>
            </a:p>
          </p:txBody>
        </p:sp>
      </p:grpSp>
      <p:grpSp>
        <p:nvGrpSpPr>
          <p:cNvPr id="316" name="Google Shape;316;p29"/>
          <p:cNvGrpSpPr/>
          <p:nvPr/>
        </p:nvGrpSpPr>
        <p:grpSpPr>
          <a:xfrm rot="10800000">
            <a:off x="554102" y="4015502"/>
            <a:ext cx="687331" cy="478910"/>
            <a:chOff x="238125" y="402125"/>
            <a:chExt cx="7020750" cy="4891825"/>
          </a:xfrm>
        </p:grpSpPr>
        <p:sp>
          <p:nvSpPr>
            <p:cNvPr id="317" name="Google Shape;317;p29"/>
            <p:cNvSpPr/>
            <p:nvPr/>
          </p:nvSpPr>
          <p:spPr>
            <a:xfrm>
              <a:off x="238125" y="402125"/>
              <a:ext cx="4153800" cy="4891825"/>
            </a:xfrm>
            <a:custGeom>
              <a:rect b="b" l="l" r="r" t="t"/>
              <a:pathLst>
                <a:path extrusionOk="0" h="195673" w="166152">
                  <a:moveTo>
                    <a:pt x="0" y="0"/>
                  </a:moveTo>
                  <a:lnTo>
                    <a:pt x="97647" y="97647"/>
                  </a:lnTo>
                  <a:lnTo>
                    <a:pt x="0" y="195672"/>
                  </a:lnTo>
                  <a:lnTo>
                    <a:pt x="68126" y="195672"/>
                  </a:lnTo>
                  <a:lnTo>
                    <a:pt x="166151" y="97647"/>
                  </a:lnTo>
                  <a:lnTo>
                    <a:pt x="6812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9"/>
            <p:cNvSpPr/>
            <p:nvPr/>
          </p:nvSpPr>
          <p:spPr>
            <a:xfrm>
              <a:off x="3105075" y="402125"/>
              <a:ext cx="4153800" cy="4891825"/>
            </a:xfrm>
            <a:custGeom>
              <a:rect b="b" l="l" r="r" t="t"/>
              <a:pathLst>
                <a:path extrusionOk="0" h="195673" w="166152">
                  <a:moveTo>
                    <a:pt x="0" y="0"/>
                  </a:moveTo>
                  <a:lnTo>
                    <a:pt x="97648" y="97647"/>
                  </a:lnTo>
                  <a:lnTo>
                    <a:pt x="0" y="195672"/>
                  </a:lnTo>
                  <a:lnTo>
                    <a:pt x="68505" y="195672"/>
                  </a:lnTo>
                  <a:lnTo>
                    <a:pt x="166152" y="97647"/>
                  </a:lnTo>
                  <a:lnTo>
                    <a:pt x="6850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9" name="Google Shape;319;p29"/>
          <p:cNvGrpSpPr/>
          <p:nvPr/>
        </p:nvGrpSpPr>
        <p:grpSpPr>
          <a:xfrm>
            <a:off x="7308569" y="3108481"/>
            <a:ext cx="284598" cy="284598"/>
            <a:chOff x="-49027775" y="3183175"/>
            <a:chExt cx="299325" cy="299325"/>
          </a:xfrm>
        </p:grpSpPr>
        <p:sp>
          <p:nvSpPr>
            <p:cNvPr id="320" name="Google Shape;320;p29"/>
            <p:cNvSpPr/>
            <p:nvPr/>
          </p:nvSpPr>
          <p:spPr>
            <a:xfrm>
              <a:off x="-48870250" y="3183175"/>
              <a:ext cx="141800" cy="185900"/>
            </a:xfrm>
            <a:custGeom>
              <a:rect b="b" l="l" r="r" t="t"/>
              <a:pathLst>
                <a:path extrusionOk="0" h="7436" w="5672">
                  <a:moveTo>
                    <a:pt x="1" y="0"/>
                  </a:moveTo>
                  <a:lnTo>
                    <a:pt x="1" y="1796"/>
                  </a:lnTo>
                  <a:lnTo>
                    <a:pt x="32" y="1796"/>
                  </a:lnTo>
                  <a:cubicBezTo>
                    <a:pt x="158" y="1765"/>
                    <a:pt x="284" y="1765"/>
                    <a:pt x="379" y="1765"/>
                  </a:cubicBezTo>
                  <a:cubicBezTo>
                    <a:pt x="1166" y="1765"/>
                    <a:pt x="1828" y="2395"/>
                    <a:pt x="1828" y="3182"/>
                  </a:cubicBezTo>
                  <a:cubicBezTo>
                    <a:pt x="1828" y="3970"/>
                    <a:pt x="1166" y="4600"/>
                    <a:pt x="379" y="4600"/>
                  </a:cubicBezTo>
                  <a:cubicBezTo>
                    <a:pt x="284" y="4600"/>
                    <a:pt x="158" y="4600"/>
                    <a:pt x="32" y="4568"/>
                  </a:cubicBezTo>
                  <a:lnTo>
                    <a:pt x="32" y="5671"/>
                  </a:lnTo>
                  <a:lnTo>
                    <a:pt x="1702" y="5671"/>
                  </a:lnTo>
                  <a:cubicBezTo>
                    <a:pt x="2017" y="5671"/>
                    <a:pt x="2175" y="6018"/>
                    <a:pt x="1954" y="6270"/>
                  </a:cubicBezTo>
                  <a:cubicBezTo>
                    <a:pt x="1860" y="6364"/>
                    <a:pt x="1765" y="6585"/>
                    <a:pt x="1765" y="6742"/>
                  </a:cubicBezTo>
                  <a:cubicBezTo>
                    <a:pt x="1765" y="7120"/>
                    <a:pt x="2080" y="7435"/>
                    <a:pt x="2490" y="7435"/>
                  </a:cubicBezTo>
                  <a:cubicBezTo>
                    <a:pt x="2868" y="7435"/>
                    <a:pt x="3183" y="7120"/>
                    <a:pt x="3183" y="6742"/>
                  </a:cubicBezTo>
                  <a:cubicBezTo>
                    <a:pt x="3183" y="6585"/>
                    <a:pt x="3120" y="6364"/>
                    <a:pt x="2994" y="6270"/>
                  </a:cubicBezTo>
                  <a:cubicBezTo>
                    <a:pt x="2805" y="6018"/>
                    <a:pt x="2962" y="5671"/>
                    <a:pt x="3277" y="5671"/>
                  </a:cubicBezTo>
                  <a:lnTo>
                    <a:pt x="5672" y="5671"/>
                  </a:lnTo>
                  <a:lnTo>
                    <a:pt x="5672" y="1765"/>
                  </a:lnTo>
                  <a:cubicBezTo>
                    <a:pt x="5672" y="788"/>
                    <a:pt x="4884" y="0"/>
                    <a:pt x="39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73425" lIns="73425" spcFirstLastPara="1" rIns="73425" wrap="square" tIns="73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29"/>
            <p:cNvSpPr/>
            <p:nvPr/>
          </p:nvSpPr>
          <p:spPr>
            <a:xfrm>
              <a:off x="-49027775" y="3183175"/>
              <a:ext cx="185900" cy="141800"/>
            </a:xfrm>
            <a:custGeom>
              <a:rect b="b" l="l" r="r" t="t"/>
              <a:pathLst>
                <a:path extrusionOk="0" h="5672" w="7436">
                  <a:moveTo>
                    <a:pt x="1765" y="0"/>
                  </a:moveTo>
                  <a:cubicBezTo>
                    <a:pt x="788" y="0"/>
                    <a:pt x="1" y="788"/>
                    <a:pt x="1" y="1765"/>
                  </a:cubicBezTo>
                  <a:lnTo>
                    <a:pt x="1" y="5671"/>
                  </a:lnTo>
                  <a:lnTo>
                    <a:pt x="1828" y="5671"/>
                  </a:lnTo>
                  <a:lnTo>
                    <a:pt x="1828" y="5640"/>
                  </a:lnTo>
                  <a:cubicBezTo>
                    <a:pt x="1765" y="5514"/>
                    <a:pt x="1765" y="5388"/>
                    <a:pt x="1765" y="5262"/>
                  </a:cubicBezTo>
                  <a:cubicBezTo>
                    <a:pt x="1765" y="4474"/>
                    <a:pt x="2395" y="3844"/>
                    <a:pt x="3183" y="3844"/>
                  </a:cubicBezTo>
                  <a:cubicBezTo>
                    <a:pt x="3970" y="3844"/>
                    <a:pt x="4600" y="4474"/>
                    <a:pt x="4600" y="5262"/>
                  </a:cubicBezTo>
                  <a:cubicBezTo>
                    <a:pt x="4600" y="5388"/>
                    <a:pt x="4569" y="5514"/>
                    <a:pt x="4569" y="5640"/>
                  </a:cubicBezTo>
                  <a:lnTo>
                    <a:pt x="5672" y="5640"/>
                  </a:lnTo>
                  <a:lnTo>
                    <a:pt x="5672" y="3970"/>
                  </a:lnTo>
                  <a:cubicBezTo>
                    <a:pt x="5672" y="3748"/>
                    <a:pt x="5843" y="3605"/>
                    <a:pt x="6032" y="3605"/>
                  </a:cubicBezTo>
                  <a:cubicBezTo>
                    <a:pt x="6112" y="3605"/>
                    <a:pt x="6195" y="3630"/>
                    <a:pt x="6270" y="3686"/>
                  </a:cubicBezTo>
                  <a:cubicBezTo>
                    <a:pt x="6396" y="3812"/>
                    <a:pt x="6585" y="3907"/>
                    <a:pt x="6743" y="3907"/>
                  </a:cubicBezTo>
                  <a:cubicBezTo>
                    <a:pt x="7121" y="3907"/>
                    <a:pt x="7436" y="3592"/>
                    <a:pt x="7436" y="3182"/>
                  </a:cubicBezTo>
                  <a:cubicBezTo>
                    <a:pt x="7436" y="2804"/>
                    <a:pt x="7121" y="2489"/>
                    <a:pt x="6743" y="2489"/>
                  </a:cubicBezTo>
                  <a:cubicBezTo>
                    <a:pt x="6585" y="2489"/>
                    <a:pt x="6396" y="2552"/>
                    <a:pt x="6270" y="2678"/>
                  </a:cubicBezTo>
                  <a:cubicBezTo>
                    <a:pt x="6195" y="2734"/>
                    <a:pt x="6112" y="2760"/>
                    <a:pt x="6032" y="2760"/>
                  </a:cubicBezTo>
                  <a:cubicBezTo>
                    <a:pt x="5843" y="2760"/>
                    <a:pt x="5672" y="2616"/>
                    <a:pt x="5672" y="2395"/>
                  </a:cubicBezTo>
                  <a:lnTo>
                    <a:pt x="567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73425" lIns="73425" spcFirstLastPara="1" rIns="73425" wrap="square" tIns="73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29"/>
            <p:cNvSpPr/>
            <p:nvPr/>
          </p:nvSpPr>
          <p:spPr>
            <a:xfrm>
              <a:off x="-49027775" y="3295800"/>
              <a:ext cx="141800" cy="186700"/>
            </a:xfrm>
            <a:custGeom>
              <a:rect b="b" l="l" r="r" t="t"/>
              <a:pathLst>
                <a:path extrusionOk="0" h="7468" w="5672">
                  <a:moveTo>
                    <a:pt x="3183" y="0"/>
                  </a:moveTo>
                  <a:cubicBezTo>
                    <a:pt x="2805" y="0"/>
                    <a:pt x="2490" y="315"/>
                    <a:pt x="2490" y="725"/>
                  </a:cubicBezTo>
                  <a:cubicBezTo>
                    <a:pt x="2490" y="883"/>
                    <a:pt x="2553" y="1072"/>
                    <a:pt x="2679" y="1198"/>
                  </a:cubicBezTo>
                  <a:cubicBezTo>
                    <a:pt x="2868" y="1418"/>
                    <a:pt x="2710" y="1796"/>
                    <a:pt x="2395" y="1796"/>
                  </a:cubicBezTo>
                  <a:lnTo>
                    <a:pt x="1" y="1796"/>
                  </a:lnTo>
                  <a:lnTo>
                    <a:pt x="1" y="5671"/>
                  </a:lnTo>
                  <a:cubicBezTo>
                    <a:pt x="1" y="6679"/>
                    <a:pt x="788" y="7467"/>
                    <a:pt x="1765" y="7467"/>
                  </a:cubicBezTo>
                  <a:lnTo>
                    <a:pt x="5672" y="7467"/>
                  </a:lnTo>
                  <a:lnTo>
                    <a:pt x="5672" y="5640"/>
                  </a:lnTo>
                  <a:lnTo>
                    <a:pt x="5640" y="5640"/>
                  </a:lnTo>
                  <a:cubicBezTo>
                    <a:pt x="5514" y="5703"/>
                    <a:pt x="5388" y="5703"/>
                    <a:pt x="5294" y="5703"/>
                  </a:cubicBezTo>
                  <a:cubicBezTo>
                    <a:pt x="4506" y="5703"/>
                    <a:pt x="3844" y="5041"/>
                    <a:pt x="3844" y="4254"/>
                  </a:cubicBezTo>
                  <a:cubicBezTo>
                    <a:pt x="3844" y="3466"/>
                    <a:pt x="4506" y="2867"/>
                    <a:pt x="5294" y="2867"/>
                  </a:cubicBezTo>
                  <a:cubicBezTo>
                    <a:pt x="5388" y="2867"/>
                    <a:pt x="5514" y="2867"/>
                    <a:pt x="5640" y="2899"/>
                  </a:cubicBezTo>
                  <a:lnTo>
                    <a:pt x="5640" y="1796"/>
                  </a:lnTo>
                  <a:lnTo>
                    <a:pt x="3970" y="1796"/>
                  </a:lnTo>
                  <a:cubicBezTo>
                    <a:pt x="3655" y="1796"/>
                    <a:pt x="3498" y="1418"/>
                    <a:pt x="3718" y="1198"/>
                  </a:cubicBezTo>
                  <a:cubicBezTo>
                    <a:pt x="3813" y="1072"/>
                    <a:pt x="3907" y="883"/>
                    <a:pt x="3907" y="725"/>
                  </a:cubicBezTo>
                  <a:cubicBezTo>
                    <a:pt x="3907" y="315"/>
                    <a:pt x="3592" y="0"/>
                    <a:pt x="31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73425" lIns="73425" spcFirstLastPara="1" rIns="73425" wrap="square" tIns="73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29"/>
            <p:cNvSpPr/>
            <p:nvPr/>
          </p:nvSpPr>
          <p:spPr>
            <a:xfrm>
              <a:off x="-48914350" y="3340700"/>
              <a:ext cx="185900" cy="141800"/>
            </a:xfrm>
            <a:custGeom>
              <a:rect b="b" l="l" r="r" t="t"/>
              <a:pathLst>
                <a:path extrusionOk="0" h="5672" w="7436">
                  <a:moveTo>
                    <a:pt x="5608" y="0"/>
                  </a:moveTo>
                  <a:lnTo>
                    <a:pt x="5608" y="32"/>
                  </a:lnTo>
                  <a:cubicBezTo>
                    <a:pt x="5671" y="158"/>
                    <a:pt x="5671" y="284"/>
                    <a:pt x="5671" y="378"/>
                  </a:cubicBezTo>
                  <a:cubicBezTo>
                    <a:pt x="5671" y="1166"/>
                    <a:pt x="5041" y="1796"/>
                    <a:pt x="4254" y="1796"/>
                  </a:cubicBezTo>
                  <a:cubicBezTo>
                    <a:pt x="3466" y="1796"/>
                    <a:pt x="2836" y="1166"/>
                    <a:pt x="2836" y="378"/>
                  </a:cubicBezTo>
                  <a:cubicBezTo>
                    <a:pt x="2836" y="284"/>
                    <a:pt x="2867" y="158"/>
                    <a:pt x="2867" y="32"/>
                  </a:cubicBezTo>
                  <a:lnTo>
                    <a:pt x="1765" y="32"/>
                  </a:lnTo>
                  <a:lnTo>
                    <a:pt x="1765" y="1670"/>
                  </a:lnTo>
                  <a:cubicBezTo>
                    <a:pt x="1765" y="1907"/>
                    <a:pt x="1602" y="2041"/>
                    <a:pt x="1419" y="2041"/>
                  </a:cubicBezTo>
                  <a:cubicBezTo>
                    <a:pt x="1334" y="2041"/>
                    <a:pt x="1245" y="2013"/>
                    <a:pt x="1166" y="1954"/>
                  </a:cubicBezTo>
                  <a:cubicBezTo>
                    <a:pt x="1040" y="1827"/>
                    <a:pt x="851" y="1764"/>
                    <a:pt x="694" y="1764"/>
                  </a:cubicBezTo>
                  <a:cubicBezTo>
                    <a:pt x="315" y="1764"/>
                    <a:pt x="0" y="2080"/>
                    <a:pt x="0" y="2458"/>
                  </a:cubicBezTo>
                  <a:cubicBezTo>
                    <a:pt x="0" y="2867"/>
                    <a:pt x="315" y="3182"/>
                    <a:pt x="694" y="3182"/>
                  </a:cubicBezTo>
                  <a:cubicBezTo>
                    <a:pt x="851" y="3182"/>
                    <a:pt x="1040" y="3119"/>
                    <a:pt x="1166" y="2993"/>
                  </a:cubicBezTo>
                  <a:cubicBezTo>
                    <a:pt x="1247" y="2933"/>
                    <a:pt x="1337" y="2904"/>
                    <a:pt x="1423" y="2904"/>
                  </a:cubicBezTo>
                  <a:cubicBezTo>
                    <a:pt x="1605" y="2904"/>
                    <a:pt x="1765" y="3031"/>
                    <a:pt x="1765" y="3245"/>
                  </a:cubicBezTo>
                  <a:lnTo>
                    <a:pt x="1765" y="5671"/>
                  </a:lnTo>
                  <a:lnTo>
                    <a:pt x="5671" y="5671"/>
                  </a:lnTo>
                  <a:cubicBezTo>
                    <a:pt x="6648" y="5671"/>
                    <a:pt x="7436" y="4883"/>
                    <a:pt x="7436" y="3907"/>
                  </a:cubicBezTo>
                  <a:lnTo>
                    <a:pt x="743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73425" lIns="73425" spcFirstLastPara="1" rIns="73425" wrap="square" tIns="73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6478147" y="2289886"/>
            <a:ext cx="356205" cy="332885"/>
            <a:chOff x="-49397175" y="3192625"/>
            <a:chExt cx="300900" cy="281200"/>
          </a:xfrm>
        </p:grpSpPr>
        <p:sp>
          <p:nvSpPr>
            <p:cNvPr id="325" name="Google Shape;325;p29"/>
            <p:cNvSpPr/>
            <p:nvPr/>
          </p:nvSpPr>
          <p:spPr>
            <a:xfrm>
              <a:off x="-49325500" y="3297975"/>
              <a:ext cx="64625" cy="58500"/>
            </a:xfrm>
            <a:custGeom>
              <a:rect b="b" l="l" r="r" t="t"/>
              <a:pathLst>
                <a:path extrusionOk="0" h="2340" w="2585">
                  <a:moveTo>
                    <a:pt x="1045" y="1"/>
                  </a:moveTo>
                  <a:cubicBezTo>
                    <a:pt x="692" y="1"/>
                    <a:pt x="336" y="54"/>
                    <a:pt x="1" y="165"/>
                  </a:cubicBezTo>
                  <a:cubicBezTo>
                    <a:pt x="158" y="1079"/>
                    <a:pt x="694" y="1867"/>
                    <a:pt x="1482" y="2339"/>
                  </a:cubicBezTo>
                  <a:cubicBezTo>
                    <a:pt x="1639" y="1583"/>
                    <a:pt x="2017" y="890"/>
                    <a:pt x="2584" y="354"/>
                  </a:cubicBezTo>
                  <a:cubicBezTo>
                    <a:pt x="2126" y="126"/>
                    <a:pt x="1588" y="1"/>
                    <a:pt x="10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9"/>
            <p:cNvSpPr/>
            <p:nvPr/>
          </p:nvSpPr>
          <p:spPr>
            <a:xfrm>
              <a:off x="-49345975" y="3192625"/>
              <a:ext cx="199300" cy="103975"/>
            </a:xfrm>
            <a:custGeom>
              <a:rect b="b" l="l" r="r" t="t"/>
              <a:pathLst>
                <a:path extrusionOk="0" h="4159" w="7972">
                  <a:moveTo>
                    <a:pt x="3970" y="0"/>
                  </a:moveTo>
                  <a:cubicBezTo>
                    <a:pt x="1670" y="0"/>
                    <a:pt x="1" y="2048"/>
                    <a:pt x="127" y="3907"/>
                  </a:cubicBezTo>
                  <a:cubicBezTo>
                    <a:pt x="743" y="3639"/>
                    <a:pt x="1342" y="3513"/>
                    <a:pt x="1908" y="3513"/>
                  </a:cubicBezTo>
                  <a:cubicBezTo>
                    <a:pt x="2671" y="3513"/>
                    <a:pt x="3373" y="3743"/>
                    <a:pt x="3970" y="4159"/>
                  </a:cubicBezTo>
                  <a:cubicBezTo>
                    <a:pt x="4586" y="3743"/>
                    <a:pt x="5274" y="3513"/>
                    <a:pt x="6036" y="3513"/>
                  </a:cubicBezTo>
                  <a:cubicBezTo>
                    <a:pt x="6599" y="3513"/>
                    <a:pt x="7202" y="3639"/>
                    <a:pt x="7845" y="3907"/>
                  </a:cubicBezTo>
                  <a:cubicBezTo>
                    <a:pt x="7971" y="2048"/>
                    <a:pt x="6302" y="0"/>
                    <a:pt x="39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29"/>
            <p:cNvSpPr/>
            <p:nvPr/>
          </p:nvSpPr>
          <p:spPr>
            <a:xfrm>
              <a:off x="-49272725" y="3381650"/>
              <a:ext cx="52800" cy="53575"/>
            </a:xfrm>
            <a:custGeom>
              <a:rect b="b" l="l" r="r" t="t"/>
              <a:pathLst>
                <a:path extrusionOk="0" h="2143" w="2112">
                  <a:moveTo>
                    <a:pt x="2112" y="0"/>
                  </a:moveTo>
                  <a:cubicBezTo>
                    <a:pt x="1765" y="111"/>
                    <a:pt x="1403" y="166"/>
                    <a:pt x="1044" y="166"/>
                  </a:cubicBezTo>
                  <a:cubicBezTo>
                    <a:pt x="686" y="166"/>
                    <a:pt x="331" y="111"/>
                    <a:pt x="1" y="0"/>
                  </a:cubicBezTo>
                  <a:lnTo>
                    <a:pt x="1" y="0"/>
                  </a:lnTo>
                  <a:cubicBezTo>
                    <a:pt x="32" y="851"/>
                    <a:pt x="442" y="1576"/>
                    <a:pt x="1040" y="2143"/>
                  </a:cubicBezTo>
                  <a:cubicBezTo>
                    <a:pt x="1702" y="1576"/>
                    <a:pt x="2049" y="788"/>
                    <a:pt x="211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9"/>
            <p:cNvSpPr/>
            <p:nvPr/>
          </p:nvSpPr>
          <p:spPr>
            <a:xfrm>
              <a:off x="-49231775" y="3298075"/>
              <a:ext cx="63050" cy="58400"/>
            </a:xfrm>
            <a:custGeom>
              <a:rect b="b" l="l" r="r" t="t"/>
              <a:pathLst>
                <a:path extrusionOk="0" h="2336" w="2522">
                  <a:moveTo>
                    <a:pt x="1547" y="0"/>
                  </a:moveTo>
                  <a:cubicBezTo>
                    <a:pt x="1009" y="0"/>
                    <a:pt x="469" y="141"/>
                    <a:pt x="1" y="414"/>
                  </a:cubicBezTo>
                  <a:cubicBezTo>
                    <a:pt x="568" y="918"/>
                    <a:pt x="915" y="1611"/>
                    <a:pt x="1072" y="2335"/>
                  </a:cubicBezTo>
                  <a:cubicBezTo>
                    <a:pt x="1860" y="1863"/>
                    <a:pt x="2364" y="1075"/>
                    <a:pt x="2521" y="161"/>
                  </a:cubicBezTo>
                  <a:cubicBezTo>
                    <a:pt x="2209" y="53"/>
                    <a:pt x="1879" y="0"/>
                    <a:pt x="154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29"/>
            <p:cNvSpPr/>
            <p:nvPr/>
          </p:nvSpPr>
          <p:spPr>
            <a:xfrm>
              <a:off x="-49271925" y="3317850"/>
              <a:ext cx="48850" cy="49850"/>
            </a:xfrm>
            <a:custGeom>
              <a:rect b="b" l="l" r="r" t="t"/>
              <a:pathLst>
                <a:path extrusionOk="0" h="1994" w="1954">
                  <a:moveTo>
                    <a:pt x="977" y="1"/>
                  </a:moveTo>
                  <a:cubicBezTo>
                    <a:pt x="441" y="505"/>
                    <a:pt x="158" y="1040"/>
                    <a:pt x="0" y="1828"/>
                  </a:cubicBezTo>
                  <a:cubicBezTo>
                    <a:pt x="347" y="1938"/>
                    <a:pt x="670" y="1993"/>
                    <a:pt x="989" y="1993"/>
                  </a:cubicBezTo>
                  <a:cubicBezTo>
                    <a:pt x="1308" y="1993"/>
                    <a:pt x="1623" y="1938"/>
                    <a:pt x="1953" y="1828"/>
                  </a:cubicBezTo>
                  <a:cubicBezTo>
                    <a:pt x="1859" y="1103"/>
                    <a:pt x="1607" y="568"/>
                    <a:pt x="97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9"/>
            <p:cNvSpPr/>
            <p:nvPr/>
          </p:nvSpPr>
          <p:spPr>
            <a:xfrm>
              <a:off x="-49245950" y="3291075"/>
              <a:ext cx="149675" cy="182750"/>
            </a:xfrm>
            <a:custGeom>
              <a:rect b="b" l="l" r="r" t="t"/>
              <a:pathLst>
                <a:path extrusionOk="0" h="7310" w="5987">
                  <a:moveTo>
                    <a:pt x="3844" y="0"/>
                  </a:moveTo>
                  <a:cubicBezTo>
                    <a:pt x="3718" y="1670"/>
                    <a:pt x="2899" y="2773"/>
                    <a:pt x="1734" y="3371"/>
                  </a:cubicBezTo>
                  <a:cubicBezTo>
                    <a:pt x="1765" y="4537"/>
                    <a:pt x="1261" y="5734"/>
                    <a:pt x="1" y="6679"/>
                  </a:cubicBezTo>
                  <a:cubicBezTo>
                    <a:pt x="631" y="7057"/>
                    <a:pt x="1324" y="7310"/>
                    <a:pt x="2080" y="7310"/>
                  </a:cubicBezTo>
                  <a:cubicBezTo>
                    <a:pt x="4191" y="7310"/>
                    <a:pt x="5987" y="5577"/>
                    <a:pt x="5987" y="3434"/>
                  </a:cubicBezTo>
                  <a:cubicBezTo>
                    <a:pt x="5955" y="1985"/>
                    <a:pt x="5105" y="630"/>
                    <a:pt x="38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9"/>
            <p:cNvSpPr/>
            <p:nvPr/>
          </p:nvSpPr>
          <p:spPr>
            <a:xfrm>
              <a:off x="-49397175" y="3291075"/>
              <a:ext cx="149675" cy="182750"/>
            </a:xfrm>
            <a:custGeom>
              <a:rect b="b" l="l" r="r" t="t"/>
              <a:pathLst>
                <a:path extrusionOk="0" h="7310" w="5987">
                  <a:moveTo>
                    <a:pt x="2143" y="0"/>
                  </a:moveTo>
                  <a:cubicBezTo>
                    <a:pt x="852" y="694"/>
                    <a:pt x="1" y="1985"/>
                    <a:pt x="1" y="3434"/>
                  </a:cubicBezTo>
                  <a:cubicBezTo>
                    <a:pt x="1" y="5577"/>
                    <a:pt x="1797" y="7310"/>
                    <a:pt x="3908" y="7310"/>
                  </a:cubicBezTo>
                  <a:cubicBezTo>
                    <a:pt x="4664" y="7310"/>
                    <a:pt x="5357" y="7057"/>
                    <a:pt x="5987" y="6679"/>
                  </a:cubicBezTo>
                  <a:cubicBezTo>
                    <a:pt x="4727" y="5734"/>
                    <a:pt x="4223" y="4537"/>
                    <a:pt x="4254" y="3371"/>
                  </a:cubicBezTo>
                  <a:cubicBezTo>
                    <a:pt x="3088" y="2773"/>
                    <a:pt x="2301" y="1670"/>
                    <a:pt x="214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0"/>
          <p:cNvSpPr txBox="1"/>
          <p:nvPr>
            <p:ph type="title"/>
          </p:nvPr>
        </p:nvSpPr>
        <p:spPr>
          <a:xfrm flipH="1">
            <a:off x="1248550" y="786125"/>
            <a:ext cx="2422500" cy="5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P</a:t>
            </a:r>
            <a:r>
              <a:rPr lang="en" sz="3800">
                <a:solidFill>
                  <a:schemeClr val="accent2"/>
                </a:solidFill>
              </a:rPr>
              <a:t>r</a:t>
            </a:r>
            <a:r>
              <a:rPr lang="en" sz="3800"/>
              <a:t>obl</a:t>
            </a:r>
            <a:r>
              <a:rPr lang="en" sz="3800">
                <a:solidFill>
                  <a:schemeClr val="accent2"/>
                </a:solidFill>
              </a:rPr>
              <a:t>e</a:t>
            </a:r>
            <a:r>
              <a:rPr lang="en" sz="3800"/>
              <a:t>m</a:t>
            </a:r>
            <a:endParaRPr sz="3800"/>
          </a:p>
        </p:txBody>
      </p:sp>
      <p:sp>
        <p:nvSpPr>
          <p:cNvPr id="337" name="Google Shape;337;p30"/>
          <p:cNvSpPr txBox="1"/>
          <p:nvPr>
            <p:ph idx="1" type="subTitle"/>
          </p:nvPr>
        </p:nvSpPr>
        <p:spPr>
          <a:xfrm flipH="1">
            <a:off x="4755725" y="989625"/>
            <a:ext cx="3666000" cy="32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Archivo Black"/>
                <a:ea typeface="Archivo Black"/>
                <a:cs typeface="Archivo Black"/>
                <a:sym typeface="Archivo Black"/>
              </a:rPr>
              <a:t>Endpoints are primary targets for:</a:t>
            </a:r>
            <a:endParaRPr b="1" sz="1800"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chivo Black"/>
              <a:buChar char="●"/>
            </a:pPr>
            <a:r>
              <a:rPr b="1" lang="en" sz="1800">
                <a:latin typeface="Archivo Black"/>
                <a:ea typeface="Archivo Black"/>
                <a:cs typeface="Archivo Black"/>
                <a:sym typeface="Archivo Black"/>
              </a:rPr>
              <a:t>Malware &amp; ransomware</a:t>
            </a:r>
            <a:br>
              <a:rPr b="1" lang="en" sz="1800">
                <a:latin typeface="Archivo Black"/>
                <a:ea typeface="Archivo Black"/>
                <a:cs typeface="Archivo Black"/>
                <a:sym typeface="Archivo Black"/>
              </a:rPr>
            </a:br>
            <a:endParaRPr b="1" sz="1800"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chivo Black"/>
              <a:buChar char="●"/>
            </a:pPr>
            <a:r>
              <a:rPr b="1" lang="en" sz="1800">
                <a:latin typeface="Archivo Black"/>
                <a:ea typeface="Archivo Black"/>
                <a:cs typeface="Archivo Black"/>
                <a:sym typeface="Archivo Black"/>
              </a:rPr>
              <a:t>Credential theft</a:t>
            </a:r>
            <a:br>
              <a:rPr b="1" lang="en" sz="1800">
                <a:latin typeface="Archivo Black"/>
                <a:ea typeface="Archivo Black"/>
                <a:cs typeface="Archivo Black"/>
                <a:sym typeface="Archivo Black"/>
              </a:rPr>
            </a:br>
            <a:endParaRPr b="1" sz="1800"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chivo Black"/>
              <a:buChar char="●"/>
            </a:pPr>
            <a:r>
              <a:rPr b="1" lang="en" sz="1800">
                <a:latin typeface="Archivo Black"/>
                <a:ea typeface="Archivo Black"/>
                <a:cs typeface="Archivo Black"/>
                <a:sym typeface="Archivo Black"/>
              </a:rPr>
              <a:t>Persistence techniques</a:t>
            </a:r>
            <a:br>
              <a:rPr b="1" lang="en" sz="1800">
                <a:latin typeface="Archivo Black"/>
                <a:ea typeface="Archivo Black"/>
                <a:cs typeface="Archivo Black"/>
                <a:sym typeface="Archivo Black"/>
              </a:rPr>
            </a:br>
            <a:endParaRPr b="1" sz="1800"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chivo Black"/>
              <a:buChar char="●"/>
            </a:pPr>
            <a:r>
              <a:rPr b="1" lang="en" sz="1800">
                <a:latin typeface="Archivo Black"/>
                <a:ea typeface="Archivo Black"/>
                <a:cs typeface="Archivo Black"/>
                <a:sym typeface="Archivo Black"/>
              </a:rPr>
              <a:t>Lateral movement</a:t>
            </a:r>
            <a:endParaRPr b="1" sz="1800"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338" name="Google Shape;338;p30"/>
          <p:cNvSpPr txBox="1"/>
          <p:nvPr/>
        </p:nvSpPr>
        <p:spPr>
          <a:xfrm>
            <a:off x="578800" y="3794075"/>
            <a:ext cx="37620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Need: A lightweight, Python-based EDR that teams can extend and deploy easily.</a:t>
            </a:r>
            <a:endParaRPr b="1" sz="1200">
              <a:solidFill>
                <a:schemeClr val="dk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339" name="Google Shape;339;p30"/>
          <p:cNvSpPr txBox="1"/>
          <p:nvPr/>
        </p:nvSpPr>
        <p:spPr>
          <a:xfrm>
            <a:off x="626800" y="1887363"/>
            <a:ext cx="3666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Issues with existing EDR tools:</a:t>
            </a:r>
            <a:endParaRPr b="1">
              <a:solidFill>
                <a:schemeClr val="dk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Black"/>
              <a:buChar char="●"/>
            </a:pPr>
            <a:r>
              <a:rPr b="1" lang="en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Expensive &amp; complex</a:t>
            </a:r>
            <a:endParaRPr b="1">
              <a:solidFill>
                <a:schemeClr val="dk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Black"/>
              <a:buChar char="●"/>
            </a:pPr>
            <a:r>
              <a:rPr b="1" lang="en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Closed-source / not customizable</a:t>
            </a:r>
            <a:endParaRPr b="1">
              <a:solidFill>
                <a:schemeClr val="dk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Black"/>
              <a:buChar char="●"/>
            </a:pPr>
            <a:r>
              <a:rPr b="1" lang="en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Heavy on system resources</a:t>
            </a:r>
            <a:endParaRPr b="1">
              <a:solidFill>
                <a:schemeClr val="dk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4" name="Google Shape;344;p31"/>
          <p:cNvGrpSpPr/>
          <p:nvPr/>
        </p:nvGrpSpPr>
        <p:grpSpPr>
          <a:xfrm>
            <a:off x="3806402" y="3975302"/>
            <a:ext cx="687331" cy="478910"/>
            <a:chOff x="238125" y="402125"/>
            <a:chExt cx="7020750" cy="4891825"/>
          </a:xfrm>
        </p:grpSpPr>
        <p:sp>
          <p:nvSpPr>
            <p:cNvPr id="345" name="Google Shape;345;p31"/>
            <p:cNvSpPr/>
            <p:nvPr/>
          </p:nvSpPr>
          <p:spPr>
            <a:xfrm>
              <a:off x="238125" y="402125"/>
              <a:ext cx="4153800" cy="4891825"/>
            </a:xfrm>
            <a:custGeom>
              <a:rect b="b" l="l" r="r" t="t"/>
              <a:pathLst>
                <a:path extrusionOk="0" h="195673" w="166152">
                  <a:moveTo>
                    <a:pt x="0" y="0"/>
                  </a:moveTo>
                  <a:lnTo>
                    <a:pt x="97647" y="97647"/>
                  </a:lnTo>
                  <a:lnTo>
                    <a:pt x="0" y="195672"/>
                  </a:lnTo>
                  <a:lnTo>
                    <a:pt x="68126" y="195672"/>
                  </a:lnTo>
                  <a:lnTo>
                    <a:pt x="166151" y="97647"/>
                  </a:lnTo>
                  <a:lnTo>
                    <a:pt x="6812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31"/>
            <p:cNvSpPr/>
            <p:nvPr/>
          </p:nvSpPr>
          <p:spPr>
            <a:xfrm>
              <a:off x="3105075" y="402125"/>
              <a:ext cx="4153800" cy="4891825"/>
            </a:xfrm>
            <a:custGeom>
              <a:rect b="b" l="l" r="r" t="t"/>
              <a:pathLst>
                <a:path extrusionOk="0" h="195673" w="166152">
                  <a:moveTo>
                    <a:pt x="0" y="0"/>
                  </a:moveTo>
                  <a:lnTo>
                    <a:pt x="97648" y="97647"/>
                  </a:lnTo>
                  <a:lnTo>
                    <a:pt x="0" y="195672"/>
                  </a:lnTo>
                  <a:lnTo>
                    <a:pt x="68505" y="195672"/>
                  </a:lnTo>
                  <a:lnTo>
                    <a:pt x="166152" y="97647"/>
                  </a:lnTo>
                  <a:lnTo>
                    <a:pt x="6850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7" name="Google Shape;347;p31"/>
          <p:cNvSpPr txBox="1"/>
          <p:nvPr>
            <p:ph type="title"/>
          </p:nvPr>
        </p:nvSpPr>
        <p:spPr>
          <a:xfrm>
            <a:off x="1132600" y="769500"/>
            <a:ext cx="2845800" cy="110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P</a:t>
            </a:r>
            <a:r>
              <a:rPr lang="en" sz="3800">
                <a:solidFill>
                  <a:schemeClr val="accent2"/>
                </a:solidFill>
              </a:rPr>
              <a:t>r</a:t>
            </a:r>
            <a:r>
              <a:rPr lang="en" sz="3800"/>
              <a:t>opos</a:t>
            </a:r>
            <a:r>
              <a:rPr lang="en" sz="3800">
                <a:solidFill>
                  <a:schemeClr val="accent2"/>
                </a:solidFill>
              </a:rPr>
              <a:t>ed</a:t>
            </a:r>
            <a:endParaRPr sz="3800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Solution</a:t>
            </a:r>
            <a:endParaRPr sz="3800"/>
          </a:p>
        </p:txBody>
      </p:sp>
      <p:sp>
        <p:nvSpPr>
          <p:cNvPr id="348" name="Google Shape;348;p31"/>
          <p:cNvSpPr txBox="1"/>
          <p:nvPr>
            <p:ph idx="1" type="subTitle"/>
          </p:nvPr>
        </p:nvSpPr>
        <p:spPr>
          <a:xfrm>
            <a:off x="4696350" y="1335225"/>
            <a:ext cx="3885600" cy="313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Archivo Black"/>
                <a:ea typeface="Archivo Black"/>
                <a:cs typeface="Archivo Black"/>
                <a:sym typeface="Archivo Black"/>
              </a:rPr>
              <a:t>A complete EDR ecosystem with four core components:</a:t>
            </a:r>
            <a:endParaRPr sz="1400"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●"/>
            </a:pPr>
            <a:r>
              <a:rPr b="1" lang="en" sz="1400">
                <a:latin typeface="Archivo Black"/>
                <a:ea typeface="Archivo Black"/>
                <a:cs typeface="Archivo Black"/>
                <a:sym typeface="Archivo Black"/>
              </a:rPr>
              <a:t>Python Agent</a:t>
            </a:r>
            <a:r>
              <a:rPr lang="en" sz="1400">
                <a:latin typeface="Archivo Black"/>
                <a:ea typeface="Archivo Black"/>
                <a:cs typeface="Archivo Black"/>
                <a:sym typeface="Archivo Black"/>
              </a:rPr>
              <a:t> — Collects telemetry from endpoints                                                </a:t>
            </a:r>
            <a:endParaRPr sz="1400"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●"/>
            </a:pPr>
            <a:r>
              <a:rPr b="1" lang="en" sz="1400">
                <a:latin typeface="Archivo Black"/>
                <a:ea typeface="Archivo Black"/>
                <a:cs typeface="Archivo Black"/>
                <a:sym typeface="Archivo Black"/>
              </a:rPr>
              <a:t>FastAPI Server</a:t>
            </a:r>
            <a:r>
              <a:rPr lang="en" sz="1400">
                <a:latin typeface="Archivo Black"/>
                <a:ea typeface="Archivo Black"/>
                <a:cs typeface="Archivo Black"/>
                <a:sym typeface="Archivo Black"/>
              </a:rPr>
              <a:t> — Receives, stores, and processes data</a:t>
            </a:r>
            <a:endParaRPr sz="1400"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●"/>
            </a:pPr>
            <a:r>
              <a:rPr b="1" lang="en" sz="1400">
                <a:latin typeface="Archivo Black"/>
                <a:ea typeface="Archivo Black"/>
                <a:cs typeface="Archivo Black"/>
                <a:sym typeface="Archivo Black"/>
              </a:rPr>
              <a:t>Rule Engine</a:t>
            </a:r>
            <a:r>
              <a:rPr lang="en" sz="1400">
                <a:latin typeface="Archivo Black"/>
                <a:ea typeface="Archivo Black"/>
                <a:cs typeface="Archivo Black"/>
                <a:sym typeface="Archivo Black"/>
              </a:rPr>
              <a:t> — Detects malicious behavior using flexible rules</a:t>
            </a:r>
            <a:endParaRPr sz="1400"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●"/>
            </a:pPr>
            <a:r>
              <a:rPr b="1" lang="en" sz="1400">
                <a:latin typeface="Archivo Black"/>
                <a:ea typeface="Archivo Black"/>
                <a:cs typeface="Archivo Black"/>
                <a:sym typeface="Archivo Black"/>
              </a:rPr>
              <a:t>Web Dashboard</a:t>
            </a:r>
            <a:r>
              <a:rPr lang="en" sz="1400">
                <a:latin typeface="Archivo Black"/>
                <a:ea typeface="Archivo Black"/>
                <a:cs typeface="Archivo Black"/>
                <a:sym typeface="Archivo Black"/>
              </a:rPr>
              <a:t> — Visualizes alerts, endpoints, and rule management</a:t>
            </a:r>
            <a:endParaRPr sz="1400"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349" name="Google Shape;349;p31"/>
          <p:cNvSpPr txBox="1"/>
          <p:nvPr/>
        </p:nvSpPr>
        <p:spPr>
          <a:xfrm>
            <a:off x="4696353" y="540350"/>
            <a:ext cx="3786300" cy="5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Goal:</a:t>
            </a:r>
            <a:r>
              <a:rPr lang="en" sz="15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 Simple, modular, open design suitable for real-world use.</a:t>
            </a:r>
            <a:endParaRPr b="1" sz="1800">
              <a:solidFill>
                <a:schemeClr val="dk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grpSp>
        <p:nvGrpSpPr>
          <p:cNvPr id="350" name="Google Shape;350;p31"/>
          <p:cNvGrpSpPr/>
          <p:nvPr/>
        </p:nvGrpSpPr>
        <p:grpSpPr>
          <a:xfrm>
            <a:off x="1919367" y="2661555"/>
            <a:ext cx="1272269" cy="1432593"/>
            <a:chOff x="-1951475" y="3597450"/>
            <a:chExt cx="295375" cy="291450"/>
          </a:xfrm>
        </p:grpSpPr>
        <p:sp>
          <p:nvSpPr>
            <p:cNvPr id="351" name="Google Shape;351;p31"/>
            <p:cNvSpPr/>
            <p:nvPr/>
          </p:nvSpPr>
          <p:spPr>
            <a:xfrm>
              <a:off x="-1951475" y="3597450"/>
              <a:ext cx="170925" cy="34675"/>
            </a:xfrm>
            <a:custGeom>
              <a:rect b="b" l="l" r="r" t="t"/>
              <a:pathLst>
                <a:path extrusionOk="0" h="1387" w="6837">
                  <a:moveTo>
                    <a:pt x="1008" y="1"/>
                  </a:moveTo>
                  <a:cubicBezTo>
                    <a:pt x="473" y="1"/>
                    <a:pt x="0" y="473"/>
                    <a:pt x="0" y="1040"/>
                  </a:cubicBezTo>
                  <a:lnTo>
                    <a:pt x="0" y="1387"/>
                  </a:lnTo>
                  <a:lnTo>
                    <a:pt x="6837" y="1387"/>
                  </a:lnTo>
                  <a:lnTo>
                    <a:pt x="6837" y="1040"/>
                  </a:lnTo>
                  <a:cubicBezTo>
                    <a:pt x="6837" y="473"/>
                    <a:pt x="6364" y="1"/>
                    <a:pt x="58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73500" lIns="273500" spcFirstLastPara="1" rIns="273500" wrap="square" tIns="273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31"/>
            <p:cNvSpPr/>
            <p:nvPr/>
          </p:nvSpPr>
          <p:spPr>
            <a:xfrm>
              <a:off x="-1949900" y="3648650"/>
              <a:ext cx="171725" cy="173300"/>
            </a:xfrm>
            <a:custGeom>
              <a:rect b="b" l="l" r="r" t="t"/>
              <a:pathLst>
                <a:path extrusionOk="0" h="6932" w="6869">
                  <a:moveTo>
                    <a:pt x="0" y="1"/>
                  </a:moveTo>
                  <a:lnTo>
                    <a:pt x="0" y="6932"/>
                  </a:lnTo>
                  <a:lnTo>
                    <a:pt x="2426" y="6932"/>
                  </a:lnTo>
                  <a:cubicBezTo>
                    <a:pt x="2521" y="6585"/>
                    <a:pt x="2836" y="6333"/>
                    <a:pt x="3245" y="6270"/>
                  </a:cubicBezTo>
                  <a:lnTo>
                    <a:pt x="1166" y="4191"/>
                  </a:lnTo>
                  <a:cubicBezTo>
                    <a:pt x="693" y="3718"/>
                    <a:pt x="693" y="2962"/>
                    <a:pt x="1166" y="2489"/>
                  </a:cubicBezTo>
                  <a:cubicBezTo>
                    <a:pt x="1386" y="2237"/>
                    <a:pt x="1670" y="2143"/>
                    <a:pt x="2017" y="2143"/>
                  </a:cubicBezTo>
                  <a:cubicBezTo>
                    <a:pt x="2363" y="2143"/>
                    <a:pt x="2647" y="2237"/>
                    <a:pt x="2899" y="2489"/>
                  </a:cubicBezTo>
                  <a:lnTo>
                    <a:pt x="3560" y="3151"/>
                  </a:lnTo>
                  <a:cubicBezTo>
                    <a:pt x="3592" y="2994"/>
                    <a:pt x="3718" y="2836"/>
                    <a:pt x="3844" y="2710"/>
                  </a:cubicBezTo>
                  <a:cubicBezTo>
                    <a:pt x="4064" y="2489"/>
                    <a:pt x="4348" y="2363"/>
                    <a:pt x="4694" y="2363"/>
                  </a:cubicBezTo>
                  <a:cubicBezTo>
                    <a:pt x="4694" y="2048"/>
                    <a:pt x="4820" y="1733"/>
                    <a:pt x="5041" y="1513"/>
                  </a:cubicBezTo>
                  <a:cubicBezTo>
                    <a:pt x="5293" y="1261"/>
                    <a:pt x="5577" y="1135"/>
                    <a:pt x="5923" y="1135"/>
                  </a:cubicBezTo>
                  <a:cubicBezTo>
                    <a:pt x="6112" y="1135"/>
                    <a:pt x="6301" y="1198"/>
                    <a:pt x="6459" y="1261"/>
                  </a:cubicBezTo>
                  <a:cubicBezTo>
                    <a:pt x="6522" y="1072"/>
                    <a:pt x="6616" y="914"/>
                    <a:pt x="6774" y="757"/>
                  </a:cubicBezTo>
                  <a:lnTo>
                    <a:pt x="6868" y="662"/>
                  </a:lnTo>
                  <a:lnTo>
                    <a:pt x="68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73500" lIns="273500" spcFirstLastPara="1" rIns="273500" wrap="square" tIns="273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31"/>
            <p:cNvSpPr/>
            <p:nvPr/>
          </p:nvSpPr>
          <p:spPr>
            <a:xfrm>
              <a:off x="-1951475" y="3838475"/>
              <a:ext cx="170925" cy="50425"/>
            </a:xfrm>
            <a:custGeom>
              <a:rect b="b" l="l" r="r" t="t"/>
              <a:pathLst>
                <a:path extrusionOk="0" h="2017" w="6837">
                  <a:moveTo>
                    <a:pt x="0" y="0"/>
                  </a:moveTo>
                  <a:lnTo>
                    <a:pt x="0" y="1008"/>
                  </a:lnTo>
                  <a:cubicBezTo>
                    <a:pt x="0" y="1544"/>
                    <a:pt x="473" y="2017"/>
                    <a:pt x="1008" y="2017"/>
                  </a:cubicBezTo>
                  <a:lnTo>
                    <a:pt x="5829" y="2017"/>
                  </a:lnTo>
                  <a:cubicBezTo>
                    <a:pt x="6333" y="2017"/>
                    <a:pt x="6774" y="1670"/>
                    <a:pt x="6837" y="1166"/>
                  </a:cubicBezTo>
                  <a:lnTo>
                    <a:pt x="6679" y="1071"/>
                  </a:lnTo>
                  <a:lnTo>
                    <a:pt x="3466" y="1071"/>
                  </a:lnTo>
                  <a:cubicBezTo>
                    <a:pt x="2867" y="1071"/>
                    <a:pt x="2363" y="599"/>
                    <a:pt x="22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73500" lIns="273500" spcFirstLastPara="1" rIns="273500" wrap="square" tIns="273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31"/>
            <p:cNvSpPr/>
            <p:nvPr/>
          </p:nvSpPr>
          <p:spPr>
            <a:xfrm>
              <a:off x="-1912900" y="3675825"/>
              <a:ext cx="256800" cy="202825"/>
            </a:xfrm>
            <a:custGeom>
              <a:rect b="b" l="l" r="r" t="t"/>
              <a:pathLst>
                <a:path extrusionOk="0" h="8113" w="10272">
                  <a:moveTo>
                    <a:pt x="6085" y="0"/>
                  </a:moveTo>
                  <a:cubicBezTo>
                    <a:pt x="5955" y="0"/>
                    <a:pt x="5829" y="48"/>
                    <a:pt x="5735" y="142"/>
                  </a:cubicBezTo>
                  <a:cubicBezTo>
                    <a:pt x="5546" y="331"/>
                    <a:pt x="5546" y="646"/>
                    <a:pt x="5735" y="835"/>
                  </a:cubicBezTo>
                  <a:lnTo>
                    <a:pt x="6081" y="1213"/>
                  </a:lnTo>
                  <a:cubicBezTo>
                    <a:pt x="6207" y="1308"/>
                    <a:pt x="6207" y="1560"/>
                    <a:pt x="6081" y="1655"/>
                  </a:cubicBezTo>
                  <a:cubicBezTo>
                    <a:pt x="6034" y="1718"/>
                    <a:pt x="5948" y="1749"/>
                    <a:pt x="5857" y="1749"/>
                  </a:cubicBezTo>
                  <a:cubicBezTo>
                    <a:pt x="5766" y="1749"/>
                    <a:pt x="5672" y="1718"/>
                    <a:pt x="5609" y="1655"/>
                  </a:cubicBezTo>
                  <a:lnTo>
                    <a:pt x="4758" y="804"/>
                  </a:lnTo>
                  <a:cubicBezTo>
                    <a:pt x="4664" y="709"/>
                    <a:pt x="4538" y="662"/>
                    <a:pt x="4408" y="662"/>
                  </a:cubicBezTo>
                  <a:cubicBezTo>
                    <a:pt x="4278" y="662"/>
                    <a:pt x="4144" y="709"/>
                    <a:pt x="4034" y="804"/>
                  </a:cubicBezTo>
                  <a:cubicBezTo>
                    <a:pt x="3845" y="993"/>
                    <a:pt x="3845" y="1308"/>
                    <a:pt x="4034" y="1528"/>
                  </a:cubicBezTo>
                  <a:cubicBezTo>
                    <a:pt x="4034" y="1655"/>
                    <a:pt x="4884" y="2505"/>
                    <a:pt x="4821" y="2505"/>
                  </a:cubicBezTo>
                  <a:cubicBezTo>
                    <a:pt x="4947" y="2631"/>
                    <a:pt x="4947" y="2852"/>
                    <a:pt x="4821" y="2978"/>
                  </a:cubicBezTo>
                  <a:cubicBezTo>
                    <a:pt x="4774" y="3041"/>
                    <a:pt x="4687" y="3072"/>
                    <a:pt x="4601" y="3072"/>
                  </a:cubicBezTo>
                  <a:cubicBezTo>
                    <a:pt x="4514" y="3072"/>
                    <a:pt x="4427" y="3041"/>
                    <a:pt x="4380" y="2978"/>
                  </a:cubicBezTo>
                  <a:lnTo>
                    <a:pt x="3498" y="2096"/>
                  </a:lnTo>
                  <a:cubicBezTo>
                    <a:pt x="3403" y="2001"/>
                    <a:pt x="3277" y="1954"/>
                    <a:pt x="3151" y="1954"/>
                  </a:cubicBezTo>
                  <a:cubicBezTo>
                    <a:pt x="3025" y="1954"/>
                    <a:pt x="2899" y="2001"/>
                    <a:pt x="2805" y="2096"/>
                  </a:cubicBezTo>
                  <a:cubicBezTo>
                    <a:pt x="2584" y="2316"/>
                    <a:pt x="2584" y="2631"/>
                    <a:pt x="2805" y="2820"/>
                  </a:cubicBezTo>
                  <a:lnTo>
                    <a:pt x="3656" y="3671"/>
                  </a:lnTo>
                  <a:cubicBezTo>
                    <a:pt x="3782" y="3797"/>
                    <a:pt x="3782" y="4017"/>
                    <a:pt x="3656" y="4143"/>
                  </a:cubicBezTo>
                  <a:cubicBezTo>
                    <a:pt x="3593" y="4206"/>
                    <a:pt x="3506" y="4238"/>
                    <a:pt x="3419" y="4238"/>
                  </a:cubicBezTo>
                  <a:cubicBezTo>
                    <a:pt x="3333" y="4238"/>
                    <a:pt x="3246" y="4206"/>
                    <a:pt x="3183" y="4143"/>
                  </a:cubicBezTo>
                  <a:lnTo>
                    <a:pt x="883" y="1875"/>
                  </a:lnTo>
                  <a:cubicBezTo>
                    <a:pt x="789" y="1765"/>
                    <a:pt x="663" y="1710"/>
                    <a:pt x="537" y="1710"/>
                  </a:cubicBezTo>
                  <a:cubicBezTo>
                    <a:pt x="411" y="1710"/>
                    <a:pt x="284" y="1765"/>
                    <a:pt x="190" y="1875"/>
                  </a:cubicBezTo>
                  <a:cubicBezTo>
                    <a:pt x="1" y="2064"/>
                    <a:pt x="1" y="2379"/>
                    <a:pt x="190" y="2568"/>
                  </a:cubicBezTo>
                  <a:lnTo>
                    <a:pt x="1797" y="4206"/>
                  </a:lnTo>
                  <a:lnTo>
                    <a:pt x="3403" y="5845"/>
                  </a:lnTo>
                  <a:lnTo>
                    <a:pt x="1954" y="5845"/>
                  </a:lnTo>
                  <a:cubicBezTo>
                    <a:pt x="1671" y="5845"/>
                    <a:pt x="1450" y="6097"/>
                    <a:pt x="1450" y="6349"/>
                  </a:cubicBezTo>
                  <a:cubicBezTo>
                    <a:pt x="1450" y="6632"/>
                    <a:pt x="1671" y="6884"/>
                    <a:pt x="1954" y="6884"/>
                  </a:cubicBezTo>
                  <a:lnTo>
                    <a:pt x="5451" y="6884"/>
                  </a:lnTo>
                  <a:cubicBezTo>
                    <a:pt x="5514" y="6916"/>
                    <a:pt x="6491" y="7829"/>
                    <a:pt x="6491" y="7829"/>
                  </a:cubicBezTo>
                  <a:cubicBezTo>
                    <a:pt x="6680" y="8018"/>
                    <a:pt x="6948" y="8113"/>
                    <a:pt x="7216" y="8113"/>
                  </a:cubicBezTo>
                  <a:cubicBezTo>
                    <a:pt x="7483" y="8113"/>
                    <a:pt x="7751" y="8018"/>
                    <a:pt x="7940" y="7829"/>
                  </a:cubicBezTo>
                  <a:lnTo>
                    <a:pt x="9862" y="5876"/>
                  </a:lnTo>
                  <a:cubicBezTo>
                    <a:pt x="10272" y="5498"/>
                    <a:pt x="10272" y="4836"/>
                    <a:pt x="9862" y="4427"/>
                  </a:cubicBezTo>
                  <a:lnTo>
                    <a:pt x="9452" y="3986"/>
                  </a:lnTo>
                  <a:cubicBezTo>
                    <a:pt x="9326" y="3608"/>
                    <a:pt x="9043" y="3198"/>
                    <a:pt x="8822" y="2820"/>
                  </a:cubicBezTo>
                  <a:cubicBezTo>
                    <a:pt x="8570" y="2411"/>
                    <a:pt x="8350" y="2064"/>
                    <a:pt x="8035" y="1718"/>
                  </a:cubicBezTo>
                  <a:lnTo>
                    <a:pt x="6459" y="142"/>
                  </a:lnTo>
                  <a:cubicBezTo>
                    <a:pt x="6349" y="48"/>
                    <a:pt x="6215" y="0"/>
                    <a:pt x="60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73500" lIns="273500" spcFirstLastPara="1" rIns="273500" wrap="square" tIns="273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2"/>
          <p:cNvSpPr txBox="1"/>
          <p:nvPr>
            <p:ph idx="1" type="subTitle"/>
          </p:nvPr>
        </p:nvSpPr>
        <p:spPr>
          <a:xfrm>
            <a:off x="622006" y="1329238"/>
            <a:ext cx="2428500" cy="3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System Monitoring</a:t>
            </a:r>
            <a:endParaRPr sz="1600"/>
          </a:p>
        </p:txBody>
      </p:sp>
      <p:sp>
        <p:nvSpPr>
          <p:cNvPr id="360" name="Google Shape;360;p32"/>
          <p:cNvSpPr txBox="1"/>
          <p:nvPr>
            <p:ph type="title"/>
          </p:nvPr>
        </p:nvSpPr>
        <p:spPr>
          <a:xfrm>
            <a:off x="717675" y="521225"/>
            <a:ext cx="771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</a:t>
            </a:r>
            <a:r>
              <a:rPr lang="en">
                <a:solidFill>
                  <a:schemeClr val="accent2"/>
                </a:solidFill>
              </a:rPr>
              <a:t>e</a:t>
            </a:r>
            <a:r>
              <a:rPr lang="en"/>
              <a:t>nt Capabiliti</a:t>
            </a:r>
            <a:r>
              <a:rPr lang="en">
                <a:solidFill>
                  <a:schemeClr val="accent2"/>
                </a:solidFill>
              </a:rPr>
              <a:t>e</a:t>
            </a:r>
            <a:r>
              <a:rPr lang="en"/>
              <a:t>s</a:t>
            </a:r>
            <a:endParaRPr/>
          </a:p>
        </p:txBody>
      </p:sp>
      <p:sp>
        <p:nvSpPr>
          <p:cNvPr id="361" name="Google Shape;361;p32"/>
          <p:cNvSpPr txBox="1"/>
          <p:nvPr>
            <p:ph idx="2" type="subTitle"/>
          </p:nvPr>
        </p:nvSpPr>
        <p:spPr>
          <a:xfrm>
            <a:off x="325250" y="1964475"/>
            <a:ext cx="2895000" cy="223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chivo Black"/>
              <a:buChar char="●"/>
            </a:pPr>
            <a:r>
              <a:rPr lang="en">
                <a:latin typeface="Archivo Black"/>
                <a:ea typeface="Archivo Black"/>
                <a:cs typeface="Archivo Black"/>
                <a:sym typeface="Archivo Black"/>
              </a:rPr>
              <a:t>Processes (PID, PPID, CPU, memory, command line)</a:t>
            </a:r>
            <a:br>
              <a:rPr lang="en">
                <a:latin typeface="Archivo Black"/>
                <a:ea typeface="Archivo Black"/>
                <a:cs typeface="Archivo Black"/>
                <a:sym typeface="Archivo Black"/>
              </a:rPr>
            </a:br>
            <a:endParaRPr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chivo Black"/>
              <a:buChar char="●"/>
            </a:pPr>
            <a:r>
              <a:rPr lang="en">
                <a:latin typeface="Archivo Black"/>
                <a:ea typeface="Archivo Black"/>
                <a:cs typeface="Archivo Black"/>
                <a:sym typeface="Archivo Black"/>
              </a:rPr>
              <a:t>File system events (create/delete/modify/rename)</a:t>
            </a:r>
            <a:br>
              <a:rPr lang="en">
                <a:latin typeface="Archivo Black"/>
                <a:ea typeface="Archivo Black"/>
                <a:cs typeface="Archivo Black"/>
                <a:sym typeface="Archivo Black"/>
              </a:rPr>
            </a:br>
            <a:endParaRPr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chivo Black"/>
              <a:buChar char="●"/>
            </a:pPr>
            <a:r>
              <a:rPr lang="en">
                <a:latin typeface="Archivo Black"/>
                <a:ea typeface="Archivo Black"/>
                <a:cs typeface="Archivo Black"/>
                <a:sym typeface="Archivo Black"/>
              </a:rPr>
              <a:t>Network connections (IP, ports, states)</a:t>
            </a:r>
            <a:endParaRPr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362" name="Google Shape;362;p32"/>
          <p:cNvSpPr txBox="1"/>
          <p:nvPr>
            <p:ph idx="3" type="subTitle"/>
          </p:nvPr>
        </p:nvSpPr>
        <p:spPr>
          <a:xfrm>
            <a:off x="3220250" y="1329725"/>
            <a:ext cx="2664900" cy="3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>
                <a:latin typeface="Archivo Black"/>
                <a:ea typeface="Archivo Black"/>
                <a:cs typeface="Archivo Black"/>
                <a:sym typeface="Archivo Black"/>
              </a:rPr>
              <a:t>Security Monitoring</a:t>
            </a:r>
            <a:endParaRPr sz="1600"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363" name="Google Shape;363;p32"/>
          <p:cNvSpPr txBox="1"/>
          <p:nvPr>
            <p:ph idx="4" type="subTitle"/>
          </p:nvPr>
        </p:nvSpPr>
        <p:spPr>
          <a:xfrm>
            <a:off x="3128925" y="1898475"/>
            <a:ext cx="2895000" cy="236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chivo Black"/>
              <a:buChar char="●"/>
            </a:pPr>
            <a:r>
              <a:rPr lang="en">
                <a:latin typeface="Archivo Black"/>
                <a:ea typeface="Archivo Black"/>
                <a:cs typeface="Archivo Black"/>
                <a:sym typeface="Archivo Black"/>
              </a:rPr>
              <a:t>Windows Event Logs (logon, process creation)</a:t>
            </a:r>
            <a:br>
              <a:rPr lang="en">
                <a:latin typeface="Archivo Black"/>
                <a:ea typeface="Archivo Black"/>
                <a:cs typeface="Archivo Black"/>
                <a:sym typeface="Archivo Black"/>
              </a:rPr>
            </a:br>
            <a:endParaRPr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chivo Black"/>
              <a:buChar char="●"/>
            </a:pPr>
            <a:r>
              <a:rPr lang="en">
                <a:latin typeface="Archivo Black"/>
                <a:ea typeface="Archivo Black"/>
                <a:cs typeface="Archivo Black"/>
                <a:sym typeface="Archivo Black"/>
              </a:rPr>
              <a:t>SHA-256 hashing of executables</a:t>
            </a:r>
            <a:br>
              <a:rPr lang="en">
                <a:latin typeface="Archivo Black"/>
                <a:ea typeface="Archivo Black"/>
                <a:cs typeface="Archivo Black"/>
                <a:sym typeface="Archivo Black"/>
              </a:rPr>
            </a:br>
            <a:endParaRPr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chivo Black"/>
              <a:buChar char="●"/>
            </a:pPr>
            <a:r>
              <a:rPr lang="en">
                <a:latin typeface="Archivo Black"/>
                <a:ea typeface="Archivo Black"/>
                <a:cs typeface="Archivo Black"/>
                <a:sym typeface="Archivo Black"/>
              </a:rPr>
              <a:t>Local hash reputation check</a:t>
            </a:r>
            <a:endParaRPr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364" name="Google Shape;364;p32"/>
          <p:cNvSpPr txBox="1"/>
          <p:nvPr>
            <p:ph idx="5" type="subTitle"/>
          </p:nvPr>
        </p:nvSpPr>
        <p:spPr>
          <a:xfrm>
            <a:off x="6054893" y="1329250"/>
            <a:ext cx="2428500" cy="3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>
                <a:latin typeface="Archivo Black"/>
                <a:ea typeface="Archivo Black"/>
                <a:cs typeface="Archivo Black"/>
                <a:sym typeface="Archivo Black"/>
              </a:rPr>
              <a:t>Config &amp; Resilience</a:t>
            </a:r>
            <a:endParaRPr sz="1600"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365" name="Google Shape;365;p32"/>
          <p:cNvSpPr txBox="1"/>
          <p:nvPr>
            <p:ph idx="6" type="subTitle"/>
          </p:nvPr>
        </p:nvSpPr>
        <p:spPr>
          <a:xfrm>
            <a:off x="5821650" y="1965425"/>
            <a:ext cx="2895000" cy="20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chivo Black"/>
              <a:buChar char="●"/>
            </a:pPr>
            <a:r>
              <a:rPr lang="en">
                <a:latin typeface="Archivo Black"/>
                <a:ea typeface="Archivo Black"/>
                <a:cs typeface="Archivo Black"/>
                <a:sym typeface="Archivo Black"/>
              </a:rPr>
              <a:t>JSON config (intervals, sensors, server URL)</a:t>
            </a:r>
            <a:br>
              <a:rPr lang="en">
                <a:latin typeface="Archivo Black"/>
                <a:ea typeface="Archivo Black"/>
                <a:cs typeface="Archivo Black"/>
                <a:sym typeface="Archivo Black"/>
              </a:rPr>
            </a:br>
            <a:endParaRPr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chivo Black"/>
              <a:buChar char="●"/>
            </a:pPr>
            <a:r>
              <a:rPr lang="en">
                <a:latin typeface="Archivo Black"/>
                <a:ea typeface="Archivo Black"/>
                <a:cs typeface="Archivo Black"/>
                <a:sym typeface="Archivo Black"/>
              </a:rPr>
              <a:t>Local queue for offline mode</a:t>
            </a:r>
            <a:br>
              <a:rPr lang="en">
                <a:latin typeface="Archivo Black"/>
                <a:ea typeface="Archivo Black"/>
                <a:cs typeface="Archivo Black"/>
                <a:sym typeface="Archivo Black"/>
              </a:rPr>
            </a:br>
            <a:endParaRPr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chivo Black"/>
              <a:buChar char="●"/>
            </a:pPr>
            <a:r>
              <a:rPr lang="en">
                <a:latin typeface="Archivo Black"/>
                <a:ea typeface="Archivo Black"/>
                <a:cs typeface="Archivo Black"/>
                <a:sym typeface="Archivo Black"/>
              </a:rPr>
              <a:t>Automatic retry &amp; error logging</a:t>
            </a:r>
            <a:endParaRPr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366" name="Google Shape;366;p32"/>
          <p:cNvSpPr/>
          <p:nvPr/>
        </p:nvSpPr>
        <p:spPr>
          <a:xfrm>
            <a:off x="700775" y="568175"/>
            <a:ext cx="479700" cy="47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3"/>
          <p:cNvSpPr txBox="1"/>
          <p:nvPr>
            <p:ph idx="1" type="subTitle"/>
          </p:nvPr>
        </p:nvSpPr>
        <p:spPr>
          <a:xfrm>
            <a:off x="622006" y="1329713"/>
            <a:ext cx="2428500" cy="3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latin typeface="Archivo Black"/>
                <a:ea typeface="Archivo Black"/>
                <a:cs typeface="Archivo Black"/>
                <a:sym typeface="Archivo Black"/>
              </a:rPr>
              <a:t>Core Functions</a:t>
            </a:r>
            <a:endParaRPr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372" name="Google Shape;372;p33"/>
          <p:cNvSpPr txBox="1"/>
          <p:nvPr>
            <p:ph type="title"/>
          </p:nvPr>
        </p:nvSpPr>
        <p:spPr>
          <a:xfrm>
            <a:off x="717675" y="521225"/>
            <a:ext cx="771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r>
              <a:rPr lang="en">
                <a:solidFill>
                  <a:schemeClr val="accent2"/>
                </a:solidFill>
              </a:rPr>
              <a:t>er</a:t>
            </a:r>
            <a:r>
              <a:rPr lang="en"/>
              <a:t>v</a:t>
            </a:r>
            <a:r>
              <a:rPr lang="en">
                <a:solidFill>
                  <a:schemeClr val="accent2"/>
                </a:solidFill>
              </a:rPr>
              <a:t>er</a:t>
            </a:r>
            <a:r>
              <a:rPr lang="en"/>
              <a:t> Capabiliti</a:t>
            </a:r>
            <a:r>
              <a:rPr lang="en">
                <a:solidFill>
                  <a:schemeClr val="accent2"/>
                </a:solidFill>
              </a:rPr>
              <a:t>e</a:t>
            </a:r>
            <a:r>
              <a:rPr lang="en"/>
              <a:t>s</a:t>
            </a:r>
            <a:endParaRPr/>
          </a:p>
        </p:txBody>
      </p:sp>
      <p:sp>
        <p:nvSpPr>
          <p:cNvPr id="373" name="Google Shape;373;p33"/>
          <p:cNvSpPr txBox="1"/>
          <p:nvPr>
            <p:ph idx="2" type="subTitle"/>
          </p:nvPr>
        </p:nvSpPr>
        <p:spPr>
          <a:xfrm>
            <a:off x="564600" y="1667400"/>
            <a:ext cx="2428500" cy="279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chivo Black"/>
              <a:buChar char="●"/>
            </a:pPr>
            <a:r>
              <a:rPr lang="en">
                <a:latin typeface="Archivo Black"/>
                <a:ea typeface="Archivo Black"/>
                <a:cs typeface="Archivo Black"/>
                <a:sym typeface="Archivo Black"/>
              </a:rPr>
              <a:t>Agent registration &amp; heartbeat</a:t>
            </a:r>
            <a:br>
              <a:rPr lang="en">
                <a:latin typeface="Archivo Black"/>
                <a:ea typeface="Archivo Black"/>
                <a:cs typeface="Archivo Black"/>
                <a:sym typeface="Archivo Black"/>
              </a:rPr>
            </a:br>
            <a:endParaRPr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chivo Black"/>
              <a:buChar char="●"/>
            </a:pPr>
            <a:r>
              <a:rPr lang="en">
                <a:latin typeface="Archivo Black"/>
                <a:ea typeface="Archivo Black"/>
                <a:cs typeface="Archivo Black"/>
                <a:sym typeface="Archivo Black"/>
              </a:rPr>
              <a:t>Telemetry ingestion APIs</a:t>
            </a:r>
            <a:br>
              <a:rPr lang="en">
                <a:latin typeface="Archivo Black"/>
                <a:ea typeface="Archivo Black"/>
                <a:cs typeface="Archivo Black"/>
                <a:sym typeface="Archivo Black"/>
              </a:rPr>
            </a:br>
            <a:endParaRPr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chivo Black"/>
              <a:buChar char="●"/>
            </a:pPr>
            <a:r>
              <a:rPr lang="en">
                <a:latin typeface="Archivo Black"/>
                <a:ea typeface="Archivo Black"/>
                <a:cs typeface="Archivo Black"/>
                <a:sym typeface="Archivo Black"/>
              </a:rPr>
              <a:t>Alert creation &amp; storage</a:t>
            </a:r>
            <a:br>
              <a:rPr lang="en">
                <a:latin typeface="Archivo Black"/>
                <a:ea typeface="Archivo Black"/>
                <a:cs typeface="Archivo Black"/>
                <a:sym typeface="Archivo Black"/>
              </a:rPr>
            </a:br>
            <a:endParaRPr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chivo Black"/>
              <a:buChar char="●"/>
            </a:pPr>
            <a:r>
              <a:rPr lang="en">
                <a:latin typeface="Archivo Black"/>
                <a:ea typeface="Archivo Black"/>
                <a:cs typeface="Archivo Black"/>
                <a:sym typeface="Archivo Black"/>
              </a:rPr>
              <a:t>Rule storage and evaluation</a:t>
            </a:r>
            <a:endParaRPr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374" name="Google Shape;374;p33"/>
          <p:cNvSpPr txBox="1"/>
          <p:nvPr>
            <p:ph idx="3" type="subTitle"/>
          </p:nvPr>
        </p:nvSpPr>
        <p:spPr>
          <a:xfrm>
            <a:off x="3339037" y="1329725"/>
            <a:ext cx="2428500" cy="3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latin typeface="Archivo Black"/>
                <a:ea typeface="Archivo Black"/>
                <a:cs typeface="Archivo Black"/>
                <a:sym typeface="Archivo Black"/>
              </a:rPr>
              <a:t>Security</a:t>
            </a:r>
            <a:endParaRPr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375" name="Google Shape;375;p33"/>
          <p:cNvSpPr txBox="1"/>
          <p:nvPr>
            <p:ph idx="4" type="subTitle"/>
          </p:nvPr>
        </p:nvSpPr>
        <p:spPr>
          <a:xfrm>
            <a:off x="3339025" y="1794075"/>
            <a:ext cx="2487300" cy="223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chivo Black"/>
              <a:buChar char="●"/>
            </a:pPr>
            <a:r>
              <a:rPr lang="en">
                <a:latin typeface="Archivo Black"/>
                <a:ea typeface="Archivo Black"/>
                <a:cs typeface="Archivo Black"/>
                <a:sym typeface="Archivo Black"/>
              </a:rPr>
              <a:t>Token auth for agents</a:t>
            </a:r>
            <a:br>
              <a:rPr lang="en">
                <a:latin typeface="Archivo Black"/>
                <a:ea typeface="Archivo Black"/>
                <a:cs typeface="Archivo Black"/>
                <a:sym typeface="Archivo Black"/>
              </a:rPr>
            </a:br>
            <a:endParaRPr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chivo Black"/>
              <a:buChar char="●"/>
            </a:pPr>
            <a:r>
              <a:rPr lang="en">
                <a:latin typeface="Archivo Black"/>
                <a:ea typeface="Archivo Black"/>
                <a:cs typeface="Archivo Black"/>
                <a:sym typeface="Archivo Black"/>
              </a:rPr>
              <a:t>User login for dashboard</a:t>
            </a:r>
            <a:br>
              <a:rPr lang="en">
                <a:latin typeface="Archivo Black"/>
                <a:ea typeface="Archivo Black"/>
                <a:cs typeface="Archivo Black"/>
                <a:sym typeface="Archivo Black"/>
              </a:rPr>
            </a:br>
            <a:endParaRPr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chivo Black"/>
              <a:buChar char="●"/>
            </a:pPr>
            <a:r>
              <a:rPr lang="en">
                <a:latin typeface="Archivo Black"/>
                <a:ea typeface="Archivo Black"/>
                <a:cs typeface="Archivo Black"/>
                <a:sym typeface="Archivo Black"/>
              </a:rPr>
              <a:t>HTTPS-ready architecture</a:t>
            </a:r>
            <a:endParaRPr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376" name="Google Shape;376;p33"/>
          <p:cNvSpPr txBox="1"/>
          <p:nvPr>
            <p:ph idx="5" type="subTitle"/>
          </p:nvPr>
        </p:nvSpPr>
        <p:spPr>
          <a:xfrm>
            <a:off x="6056043" y="1394175"/>
            <a:ext cx="2428500" cy="3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latin typeface="Archivo Black"/>
                <a:ea typeface="Archivo Black"/>
                <a:cs typeface="Archivo Black"/>
                <a:sym typeface="Archivo Black"/>
              </a:rPr>
              <a:t>Data Storage</a:t>
            </a:r>
            <a:endParaRPr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377" name="Google Shape;377;p33"/>
          <p:cNvSpPr txBox="1"/>
          <p:nvPr>
            <p:ph idx="6" type="subTitle"/>
          </p:nvPr>
        </p:nvSpPr>
        <p:spPr>
          <a:xfrm>
            <a:off x="6086625" y="1964475"/>
            <a:ext cx="2487300" cy="235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chivo Black"/>
              <a:buChar char="●"/>
            </a:pPr>
            <a:r>
              <a:rPr lang="en">
                <a:latin typeface="Archivo Black"/>
                <a:ea typeface="Archivo Black"/>
                <a:cs typeface="Archivo Black"/>
                <a:sym typeface="Archivo Black"/>
              </a:rPr>
              <a:t>Endpoints</a:t>
            </a:r>
            <a:endParaRPr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chivo Black"/>
              <a:buChar char="●"/>
            </a:pPr>
            <a:r>
              <a:rPr lang="en">
                <a:latin typeface="Archivo Black"/>
                <a:ea typeface="Archivo Black"/>
                <a:cs typeface="Archivo Black"/>
                <a:sym typeface="Archivo Black"/>
              </a:rPr>
              <a:t>Raw telemetry</a:t>
            </a:r>
            <a:br>
              <a:rPr lang="en">
                <a:latin typeface="Archivo Black"/>
                <a:ea typeface="Archivo Black"/>
                <a:cs typeface="Archivo Black"/>
                <a:sym typeface="Archivo Black"/>
              </a:rPr>
            </a:br>
            <a:r>
              <a:rPr lang="en">
                <a:latin typeface="Archivo Black"/>
                <a:ea typeface="Archivo Black"/>
                <a:cs typeface="Archivo Black"/>
                <a:sym typeface="Archivo Black"/>
              </a:rPr>
              <a:t>Process/file/network events</a:t>
            </a:r>
            <a:endParaRPr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chivo Black"/>
              <a:buChar char="●"/>
            </a:pPr>
            <a:r>
              <a:rPr lang="en">
                <a:latin typeface="Archivo Black"/>
                <a:ea typeface="Archivo Black"/>
                <a:cs typeface="Archivo Black"/>
                <a:sym typeface="Archivo Black"/>
              </a:rPr>
              <a:t>Alerts</a:t>
            </a:r>
            <a:endParaRPr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chivo Black"/>
              <a:buChar char="●"/>
            </a:pPr>
            <a:r>
              <a:rPr lang="en">
                <a:latin typeface="Archivo Black"/>
                <a:ea typeface="Archivo Black"/>
                <a:cs typeface="Archivo Black"/>
                <a:sym typeface="Archivo Black"/>
              </a:rPr>
              <a:t>Rules</a:t>
            </a:r>
            <a:endParaRPr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378" name="Google Shape;378;p33"/>
          <p:cNvSpPr/>
          <p:nvPr/>
        </p:nvSpPr>
        <p:spPr>
          <a:xfrm>
            <a:off x="700775" y="568175"/>
            <a:ext cx="479700" cy="47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4"/>
          <p:cNvSpPr txBox="1"/>
          <p:nvPr>
            <p:ph idx="1" type="subTitle"/>
          </p:nvPr>
        </p:nvSpPr>
        <p:spPr>
          <a:xfrm>
            <a:off x="481075" y="2200200"/>
            <a:ext cx="3858900" cy="29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Archivo Black"/>
                <a:ea typeface="Archivo Black"/>
                <a:cs typeface="Archivo Black"/>
                <a:sym typeface="Archivo Black"/>
              </a:rPr>
              <a:t>Alert Output Includes</a:t>
            </a:r>
            <a:endParaRPr b="1"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chivo Black"/>
              <a:buChar char="●"/>
            </a:pPr>
            <a:r>
              <a:rPr lang="en" sz="1400">
                <a:latin typeface="Archivo Black"/>
                <a:ea typeface="Archivo Black"/>
                <a:cs typeface="Archivo Black"/>
                <a:sym typeface="Archivo Black"/>
              </a:rPr>
              <a:t>Rule name</a:t>
            </a:r>
            <a:endParaRPr sz="1400"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chivo Black"/>
              <a:buChar char="●"/>
            </a:pPr>
            <a:r>
              <a:rPr lang="en" sz="1400">
                <a:latin typeface="Archivo Black"/>
                <a:ea typeface="Archivo Black"/>
                <a:cs typeface="Archivo Black"/>
                <a:sym typeface="Archivo Black"/>
              </a:rPr>
              <a:t>Severity</a:t>
            </a:r>
            <a:endParaRPr sz="1400"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chivo Black"/>
              <a:buChar char="●"/>
            </a:pPr>
            <a:r>
              <a:rPr lang="en" sz="1400">
                <a:latin typeface="Archivo Black"/>
                <a:ea typeface="Archivo Black"/>
                <a:cs typeface="Archivo Black"/>
                <a:sym typeface="Archivo Black"/>
              </a:rPr>
              <a:t>Hostname</a:t>
            </a:r>
            <a:endParaRPr sz="1400"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chivo Black"/>
              <a:buChar char="●"/>
            </a:pPr>
            <a:r>
              <a:rPr lang="en" sz="1400">
                <a:latin typeface="Archivo Black"/>
                <a:ea typeface="Archivo Black"/>
                <a:cs typeface="Archivo Black"/>
                <a:sym typeface="Archivo Black"/>
              </a:rPr>
              <a:t>Matching evidence</a:t>
            </a:r>
            <a:endParaRPr sz="1400"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chivo Black"/>
              <a:buChar char="●"/>
            </a:pPr>
            <a:r>
              <a:rPr lang="en" sz="1400">
                <a:latin typeface="Archivo Black"/>
                <a:ea typeface="Archivo Black"/>
                <a:cs typeface="Archivo Black"/>
                <a:sym typeface="Archivo Black"/>
              </a:rPr>
              <a:t>Timestamp</a:t>
            </a:r>
            <a:endParaRPr sz="1400"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384" name="Google Shape;384;p34"/>
          <p:cNvSpPr txBox="1"/>
          <p:nvPr>
            <p:ph type="title"/>
          </p:nvPr>
        </p:nvSpPr>
        <p:spPr>
          <a:xfrm>
            <a:off x="944675" y="766725"/>
            <a:ext cx="2941200" cy="110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solidFill>
                  <a:schemeClr val="accent2"/>
                </a:solidFill>
              </a:rPr>
              <a:t>De</a:t>
            </a:r>
            <a:r>
              <a:rPr lang="en" sz="3800"/>
              <a:t>t</a:t>
            </a:r>
            <a:r>
              <a:rPr lang="en" sz="3800">
                <a:solidFill>
                  <a:schemeClr val="accent2"/>
                </a:solidFill>
              </a:rPr>
              <a:t>e</a:t>
            </a:r>
            <a:r>
              <a:rPr lang="en" sz="3800"/>
              <a:t>ction</a:t>
            </a:r>
            <a:endParaRPr sz="3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solidFill>
                  <a:schemeClr val="accent2"/>
                </a:solidFill>
              </a:rPr>
              <a:t>E</a:t>
            </a:r>
            <a:r>
              <a:rPr lang="en" sz="3800"/>
              <a:t>ngin</a:t>
            </a:r>
            <a:r>
              <a:rPr lang="en" sz="3800">
                <a:solidFill>
                  <a:schemeClr val="accent2"/>
                </a:solidFill>
              </a:rPr>
              <a:t>e</a:t>
            </a:r>
            <a:endParaRPr sz="3800">
              <a:solidFill>
                <a:schemeClr val="accent2"/>
              </a:solidFill>
            </a:endParaRPr>
          </a:p>
        </p:txBody>
      </p:sp>
      <p:grpSp>
        <p:nvGrpSpPr>
          <p:cNvPr id="385" name="Google Shape;385;p34"/>
          <p:cNvGrpSpPr/>
          <p:nvPr/>
        </p:nvGrpSpPr>
        <p:grpSpPr>
          <a:xfrm>
            <a:off x="7742302" y="573802"/>
            <a:ext cx="687331" cy="478910"/>
            <a:chOff x="238125" y="402125"/>
            <a:chExt cx="7020750" cy="4891825"/>
          </a:xfrm>
        </p:grpSpPr>
        <p:sp>
          <p:nvSpPr>
            <p:cNvPr id="386" name="Google Shape;386;p34"/>
            <p:cNvSpPr/>
            <p:nvPr/>
          </p:nvSpPr>
          <p:spPr>
            <a:xfrm>
              <a:off x="238125" y="402125"/>
              <a:ext cx="4153800" cy="4891825"/>
            </a:xfrm>
            <a:custGeom>
              <a:rect b="b" l="l" r="r" t="t"/>
              <a:pathLst>
                <a:path extrusionOk="0" h="195673" w="166152">
                  <a:moveTo>
                    <a:pt x="0" y="0"/>
                  </a:moveTo>
                  <a:lnTo>
                    <a:pt x="97647" y="97647"/>
                  </a:lnTo>
                  <a:lnTo>
                    <a:pt x="0" y="195672"/>
                  </a:lnTo>
                  <a:lnTo>
                    <a:pt x="68126" y="195672"/>
                  </a:lnTo>
                  <a:lnTo>
                    <a:pt x="166151" y="97647"/>
                  </a:lnTo>
                  <a:lnTo>
                    <a:pt x="6812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34"/>
            <p:cNvSpPr/>
            <p:nvPr/>
          </p:nvSpPr>
          <p:spPr>
            <a:xfrm>
              <a:off x="3105075" y="402125"/>
              <a:ext cx="4153800" cy="4891825"/>
            </a:xfrm>
            <a:custGeom>
              <a:rect b="b" l="l" r="r" t="t"/>
              <a:pathLst>
                <a:path extrusionOk="0" h="195673" w="166152">
                  <a:moveTo>
                    <a:pt x="0" y="0"/>
                  </a:moveTo>
                  <a:lnTo>
                    <a:pt x="97648" y="97647"/>
                  </a:lnTo>
                  <a:lnTo>
                    <a:pt x="0" y="195672"/>
                  </a:lnTo>
                  <a:lnTo>
                    <a:pt x="68505" y="195672"/>
                  </a:lnTo>
                  <a:lnTo>
                    <a:pt x="166152" y="97647"/>
                  </a:lnTo>
                  <a:lnTo>
                    <a:pt x="6850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8" name="Google Shape;388;p34"/>
          <p:cNvSpPr txBox="1"/>
          <p:nvPr/>
        </p:nvSpPr>
        <p:spPr>
          <a:xfrm>
            <a:off x="4737375" y="592000"/>
            <a:ext cx="29412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Supported Rule Types</a:t>
            </a:r>
            <a:endParaRPr sz="1700">
              <a:solidFill>
                <a:schemeClr val="dk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389" name="Google Shape;389;p34"/>
          <p:cNvSpPr txBox="1"/>
          <p:nvPr/>
        </p:nvSpPr>
        <p:spPr>
          <a:xfrm>
            <a:off x="4598250" y="1429750"/>
            <a:ext cx="4179600" cy="27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chivo Black"/>
              <a:buChar char="●"/>
            </a:pPr>
            <a:r>
              <a:rPr lang="en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Suspicious process chains</a:t>
            </a:r>
            <a:br>
              <a:rPr lang="en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</a:br>
            <a:r>
              <a:rPr lang="en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 e.g., winword → cmd → powershell</a:t>
            </a:r>
            <a:br>
              <a:rPr lang="en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</a:br>
            <a:endParaRPr>
              <a:solidFill>
                <a:schemeClr val="dk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chivo Black"/>
              <a:buChar char="●"/>
            </a:pPr>
            <a:r>
              <a:rPr lang="en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Execution from risky directories (Temp, Downloads)</a:t>
            </a:r>
            <a:br>
              <a:rPr lang="en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</a:br>
            <a:endParaRPr>
              <a:solidFill>
                <a:schemeClr val="dk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chivo Black"/>
              <a:buChar char="●"/>
            </a:pPr>
            <a:r>
              <a:rPr lang="en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Encoded PowerShell commands</a:t>
            </a:r>
            <a:br>
              <a:rPr lang="en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</a:br>
            <a:endParaRPr>
              <a:solidFill>
                <a:schemeClr val="dk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chivo Black"/>
              <a:buChar char="●"/>
            </a:pPr>
            <a:r>
              <a:rPr lang="en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Repeated outbound connections to same IP</a:t>
            </a:r>
            <a:br>
              <a:rPr lang="en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</a:br>
            <a:endParaRPr>
              <a:solidFill>
                <a:schemeClr val="dk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chivo Black"/>
              <a:buChar char="●"/>
            </a:pPr>
            <a:r>
              <a:rPr lang="en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LOLBins misuse (certutil, rundll32)</a:t>
            </a:r>
            <a:endParaRPr>
              <a:solidFill>
                <a:schemeClr val="dk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5"/>
          <p:cNvSpPr txBox="1"/>
          <p:nvPr>
            <p:ph type="title"/>
          </p:nvPr>
        </p:nvSpPr>
        <p:spPr>
          <a:xfrm>
            <a:off x="713250" y="548575"/>
            <a:ext cx="771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solidFill>
                  <a:schemeClr val="accent2"/>
                </a:solidFill>
              </a:rPr>
              <a:t>Architecture</a:t>
            </a:r>
            <a:endParaRPr sz="3800"/>
          </a:p>
        </p:txBody>
      </p:sp>
      <p:sp>
        <p:nvSpPr>
          <p:cNvPr id="395" name="Google Shape;395;p35"/>
          <p:cNvSpPr txBox="1"/>
          <p:nvPr>
            <p:ph idx="1" type="body"/>
          </p:nvPr>
        </p:nvSpPr>
        <p:spPr>
          <a:xfrm>
            <a:off x="1140125" y="2402200"/>
            <a:ext cx="6346800" cy="183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35"/>
          <p:cNvSpPr/>
          <p:nvPr/>
        </p:nvSpPr>
        <p:spPr>
          <a:xfrm>
            <a:off x="7949925" y="3942475"/>
            <a:ext cx="479700" cy="47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7" name="Google Shape;397;p35"/>
          <p:cNvGrpSpPr/>
          <p:nvPr/>
        </p:nvGrpSpPr>
        <p:grpSpPr>
          <a:xfrm>
            <a:off x="7949925" y="2687743"/>
            <a:ext cx="479517" cy="479888"/>
            <a:chOff x="238125" y="402125"/>
            <a:chExt cx="7020750" cy="4891825"/>
          </a:xfrm>
        </p:grpSpPr>
        <p:sp>
          <p:nvSpPr>
            <p:cNvPr id="398" name="Google Shape;398;p35"/>
            <p:cNvSpPr/>
            <p:nvPr/>
          </p:nvSpPr>
          <p:spPr>
            <a:xfrm>
              <a:off x="238125" y="402125"/>
              <a:ext cx="4153800" cy="4891825"/>
            </a:xfrm>
            <a:custGeom>
              <a:rect b="b" l="l" r="r" t="t"/>
              <a:pathLst>
                <a:path extrusionOk="0" h="195673" w="166152">
                  <a:moveTo>
                    <a:pt x="0" y="0"/>
                  </a:moveTo>
                  <a:lnTo>
                    <a:pt x="97647" y="97647"/>
                  </a:lnTo>
                  <a:lnTo>
                    <a:pt x="0" y="195672"/>
                  </a:lnTo>
                  <a:lnTo>
                    <a:pt x="68126" y="195672"/>
                  </a:lnTo>
                  <a:lnTo>
                    <a:pt x="166151" y="97647"/>
                  </a:lnTo>
                  <a:lnTo>
                    <a:pt x="6812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35"/>
            <p:cNvSpPr/>
            <p:nvPr/>
          </p:nvSpPr>
          <p:spPr>
            <a:xfrm>
              <a:off x="3105075" y="402125"/>
              <a:ext cx="4153800" cy="4891825"/>
            </a:xfrm>
            <a:custGeom>
              <a:rect b="b" l="l" r="r" t="t"/>
              <a:pathLst>
                <a:path extrusionOk="0" h="195673" w="166152">
                  <a:moveTo>
                    <a:pt x="0" y="0"/>
                  </a:moveTo>
                  <a:lnTo>
                    <a:pt x="97648" y="97647"/>
                  </a:lnTo>
                  <a:lnTo>
                    <a:pt x="0" y="195672"/>
                  </a:lnTo>
                  <a:lnTo>
                    <a:pt x="68505" y="195672"/>
                  </a:lnTo>
                  <a:lnTo>
                    <a:pt x="166152" y="97647"/>
                  </a:lnTo>
                  <a:lnTo>
                    <a:pt x="6850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0" name="Google Shape;400;p35"/>
          <p:cNvSpPr/>
          <p:nvPr/>
        </p:nvSpPr>
        <p:spPr>
          <a:xfrm flipH="1" rot="5400000">
            <a:off x="7949925" y="3321500"/>
            <a:ext cx="479700" cy="4671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1" name="Google Shape;401;p35" title="Sure — here it is, boiled down to the essentials in a few clear points_ - visual selection (3).png"/>
          <p:cNvPicPr preferRelativeResize="0"/>
          <p:nvPr/>
        </p:nvPicPr>
        <p:blipFill rotWithShape="1">
          <a:blip r:embed="rId3">
            <a:alphaModFix/>
          </a:blip>
          <a:srcRect b="4883" l="3991" r="2958" t="18686"/>
          <a:stretch/>
        </p:blipFill>
        <p:spPr>
          <a:xfrm>
            <a:off x="621700" y="1285284"/>
            <a:ext cx="7717502" cy="31359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6"/>
          <p:cNvSpPr txBox="1"/>
          <p:nvPr>
            <p:ph type="title"/>
          </p:nvPr>
        </p:nvSpPr>
        <p:spPr>
          <a:xfrm>
            <a:off x="713250" y="548575"/>
            <a:ext cx="771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solidFill>
                  <a:schemeClr val="accent2"/>
                </a:solidFill>
              </a:rPr>
              <a:t>Detection Mechanism</a:t>
            </a:r>
            <a:endParaRPr sz="3800"/>
          </a:p>
        </p:txBody>
      </p:sp>
      <p:sp>
        <p:nvSpPr>
          <p:cNvPr id="407" name="Google Shape;407;p36"/>
          <p:cNvSpPr txBox="1"/>
          <p:nvPr>
            <p:ph idx="1" type="body"/>
          </p:nvPr>
        </p:nvSpPr>
        <p:spPr>
          <a:xfrm>
            <a:off x="1140125" y="2402200"/>
            <a:ext cx="6346800" cy="183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36"/>
          <p:cNvSpPr/>
          <p:nvPr/>
        </p:nvSpPr>
        <p:spPr>
          <a:xfrm>
            <a:off x="7949925" y="3942475"/>
            <a:ext cx="479700" cy="47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9" name="Google Shape;409;p36"/>
          <p:cNvGrpSpPr/>
          <p:nvPr/>
        </p:nvGrpSpPr>
        <p:grpSpPr>
          <a:xfrm>
            <a:off x="7949925" y="2687743"/>
            <a:ext cx="479517" cy="479888"/>
            <a:chOff x="238125" y="402125"/>
            <a:chExt cx="7020750" cy="4891825"/>
          </a:xfrm>
        </p:grpSpPr>
        <p:sp>
          <p:nvSpPr>
            <p:cNvPr id="410" name="Google Shape;410;p36"/>
            <p:cNvSpPr/>
            <p:nvPr/>
          </p:nvSpPr>
          <p:spPr>
            <a:xfrm>
              <a:off x="238125" y="402125"/>
              <a:ext cx="4153800" cy="4891825"/>
            </a:xfrm>
            <a:custGeom>
              <a:rect b="b" l="l" r="r" t="t"/>
              <a:pathLst>
                <a:path extrusionOk="0" h="195673" w="166152">
                  <a:moveTo>
                    <a:pt x="0" y="0"/>
                  </a:moveTo>
                  <a:lnTo>
                    <a:pt x="97647" y="97647"/>
                  </a:lnTo>
                  <a:lnTo>
                    <a:pt x="0" y="195672"/>
                  </a:lnTo>
                  <a:lnTo>
                    <a:pt x="68126" y="195672"/>
                  </a:lnTo>
                  <a:lnTo>
                    <a:pt x="166151" y="97647"/>
                  </a:lnTo>
                  <a:lnTo>
                    <a:pt x="6812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36"/>
            <p:cNvSpPr/>
            <p:nvPr/>
          </p:nvSpPr>
          <p:spPr>
            <a:xfrm>
              <a:off x="3105075" y="402125"/>
              <a:ext cx="4153800" cy="4891825"/>
            </a:xfrm>
            <a:custGeom>
              <a:rect b="b" l="l" r="r" t="t"/>
              <a:pathLst>
                <a:path extrusionOk="0" h="195673" w="166152">
                  <a:moveTo>
                    <a:pt x="0" y="0"/>
                  </a:moveTo>
                  <a:lnTo>
                    <a:pt x="97648" y="97647"/>
                  </a:lnTo>
                  <a:lnTo>
                    <a:pt x="0" y="195672"/>
                  </a:lnTo>
                  <a:lnTo>
                    <a:pt x="68505" y="195672"/>
                  </a:lnTo>
                  <a:lnTo>
                    <a:pt x="166152" y="97647"/>
                  </a:lnTo>
                  <a:lnTo>
                    <a:pt x="6850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2" name="Google Shape;412;p36"/>
          <p:cNvSpPr/>
          <p:nvPr/>
        </p:nvSpPr>
        <p:spPr>
          <a:xfrm flipH="1" rot="5400000">
            <a:off x="7949925" y="3321500"/>
            <a:ext cx="479700" cy="4671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3" name="Google Shape;413;p36" title="Sure — here it is, boiled down to the essentials in a few clear points_ - visual selection (2).png"/>
          <p:cNvPicPr preferRelativeResize="0"/>
          <p:nvPr/>
        </p:nvPicPr>
        <p:blipFill rotWithShape="1">
          <a:blip r:embed="rId3">
            <a:alphaModFix/>
          </a:blip>
          <a:srcRect b="8092" l="3777" r="6286" t="17866"/>
          <a:stretch/>
        </p:blipFill>
        <p:spPr>
          <a:xfrm>
            <a:off x="1622100" y="1237175"/>
            <a:ext cx="5899802" cy="326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7"/>
          <p:cNvSpPr txBox="1"/>
          <p:nvPr>
            <p:ph type="title"/>
          </p:nvPr>
        </p:nvSpPr>
        <p:spPr>
          <a:xfrm>
            <a:off x="713250" y="548575"/>
            <a:ext cx="771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solidFill>
                  <a:schemeClr val="accent2"/>
                </a:solidFill>
              </a:rPr>
              <a:t>D</a:t>
            </a:r>
            <a:r>
              <a:rPr lang="en" sz="3800"/>
              <a:t>ashboa</a:t>
            </a:r>
            <a:r>
              <a:rPr lang="en" sz="3800">
                <a:solidFill>
                  <a:schemeClr val="accent2"/>
                </a:solidFill>
              </a:rPr>
              <a:t>r</a:t>
            </a:r>
            <a:r>
              <a:rPr lang="en" sz="3800"/>
              <a:t>d Ov</a:t>
            </a:r>
            <a:r>
              <a:rPr lang="en" sz="3800">
                <a:solidFill>
                  <a:schemeClr val="accent2"/>
                </a:solidFill>
              </a:rPr>
              <a:t>er</a:t>
            </a:r>
            <a:r>
              <a:rPr lang="en" sz="3800"/>
              <a:t>vi</a:t>
            </a:r>
            <a:r>
              <a:rPr lang="en" sz="3800">
                <a:solidFill>
                  <a:schemeClr val="accent2"/>
                </a:solidFill>
              </a:rPr>
              <a:t>e</a:t>
            </a:r>
            <a:r>
              <a:rPr lang="en" sz="3800"/>
              <a:t>w</a:t>
            </a:r>
            <a:endParaRPr sz="3800"/>
          </a:p>
        </p:txBody>
      </p:sp>
      <p:sp>
        <p:nvSpPr>
          <p:cNvPr id="419" name="Google Shape;419;p37"/>
          <p:cNvSpPr txBox="1"/>
          <p:nvPr>
            <p:ph idx="1" type="body"/>
          </p:nvPr>
        </p:nvSpPr>
        <p:spPr>
          <a:xfrm>
            <a:off x="1140125" y="2402200"/>
            <a:ext cx="6346800" cy="183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37"/>
          <p:cNvSpPr/>
          <p:nvPr/>
        </p:nvSpPr>
        <p:spPr>
          <a:xfrm>
            <a:off x="7949925" y="3942475"/>
            <a:ext cx="479700" cy="47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1" name="Google Shape;421;p37"/>
          <p:cNvGrpSpPr/>
          <p:nvPr/>
        </p:nvGrpSpPr>
        <p:grpSpPr>
          <a:xfrm>
            <a:off x="7949925" y="2687743"/>
            <a:ext cx="479517" cy="479888"/>
            <a:chOff x="238125" y="402125"/>
            <a:chExt cx="7020750" cy="4891825"/>
          </a:xfrm>
        </p:grpSpPr>
        <p:sp>
          <p:nvSpPr>
            <p:cNvPr id="422" name="Google Shape;422;p37"/>
            <p:cNvSpPr/>
            <p:nvPr/>
          </p:nvSpPr>
          <p:spPr>
            <a:xfrm>
              <a:off x="238125" y="402125"/>
              <a:ext cx="4153800" cy="4891825"/>
            </a:xfrm>
            <a:custGeom>
              <a:rect b="b" l="l" r="r" t="t"/>
              <a:pathLst>
                <a:path extrusionOk="0" h="195673" w="166152">
                  <a:moveTo>
                    <a:pt x="0" y="0"/>
                  </a:moveTo>
                  <a:lnTo>
                    <a:pt x="97647" y="97647"/>
                  </a:lnTo>
                  <a:lnTo>
                    <a:pt x="0" y="195672"/>
                  </a:lnTo>
                  <a:lnTo>
                    <a:pt x="68126" y="195672"/>
                  </a:lnTo>
                  <a:lnTo>
                    <a:pt x="166151" y="97647"/>
                  </a:lnTo>
                  <a:lnTo>
                    <a:pt x="6812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37"/>
            <p:cNvSpPr/>
            <p:nvPr/>
          </p:nvSpPr>
          <p:spPr>
            <a:xfrm>
              <a:off x="3105075" y="402125"/>
              <a:ext cx="4153800" cy="4891825"/>
            </a:xfrm>
            <a:custGeom>
              <a:rect b="b" l="l" r="r" t="t"/>
              <a:pathLst>
                <a:path extrusionOk="0" h="195673" w="166152">
                  <a:moveTo>
                    <a:pt x="0" y="0"/>
                  </a:moveTo>
                  <a:lnTo>
                    <a:pt x="97648" y="97647"/>
                  </a:lnTo>
                  <a:lnTo>
                    <a:pt x="0" y="195672"/>
                  </a:lnTo>
                  <a:lnTo>
                    <a:pt x="68505" y="195672"/>
                  </a:lnTo>
                  <a:lnTo>
                    <a:pt x="166152" y="97647"/>
                  </a:lnTo>
                  <a:lnTo>
                    <a:pt x="6850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4" name="Google Shape;424;p37"/>
          <p:cNvSpPr/>
          <p:nvPr/>
        </p:nvSpPr>
        <p:spPr>
          <a:xfrm flipH="1" rot="5400000">
            <a:off x="7949925" y="3321500"/>
            <a:ext cx="479700" cy="4671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5" name="Google Shape;42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8600" y="1396375"/>
            <a:ext cx="6346800" cy="30626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8"/>
          <p:cNvSpPr txBox="1"/>
          <p:nvPr>
            <p:ph idx="1" type="subTitle"/>
          </p:nvPr>
        </p:nvSpPr>
        <p:spPr>
          <a:xfrm>
            <a:off x="700775" y="2280725"/>
            <a:ext cx="3173100" cy="164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Archivo Black"/>
                <a:ea typeface="Archivo Black"/>
                <a:cs typeface="Archivo Black"/>
                <a:sym typeface="Archivo Black"/>
              </a:rPr>
              <a:t>Security</a:t>
            </a:r>
            <a:endParaRPr b="1" sz="1500"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chivo Black"/>
              <a:buChar char="●"/>
            </a:pPr>
            <a:r>
              <a:rPr lang="en" sz="1300">
                <a:latin typeface="Archivo Black"/>
                <a:ea typeface="Archivo Black"/>
                <a:cs typeface="Archivo Black"/>
                <a:sym typeface="Archivo Black"/>
              </a:rPr>
              <a:t>Token-based authentication for agents</a:t>
            </a:r>
            <a:endParaRPr sz="1300"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chivo Black"/>
              <a:buChar char="●"/>
            </a:pPr>
            <a:r>
              <a:rPr lang="en" sz="1300">
                <a:latin typeface="Archivo Black"/>
                <a:ea typeface="Archivo Black"/>
                <a:cs typeface="Archivo Black"/>
                <a:sym typeface="Archivo Black"/>
              </a:rPr>
              <a:t>Sanitized dashboard output</a:t>
            </a:r>
            <a:endParaRPr sz="1300"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chivo Black"/>
              <a:buChar char="●"/>
            </a:pPr>
            <a:r>
              <a:rPr lang="en" sz="1300">
                <a:latin typeface="Archivo Black"/>
                <a:ea typeface="Archivo Black"/>
                <a:cs typeface="Archivo Black"/>
                <a:sym typeface="Archivo Black"/>
              </a:rPr>
              <a:t>Secure rule execution</a:t>
            </a:r>
            <a:endParaRPr sz="1300"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chivo Black"/>
              <a:buChar char="●"/>
            </a:pPr>
            <a:r>
              <a:rPr lang="en" sz="1300">
                <a:latin typeface="Archivo Black"/>
                <a:ea typeface="Archivo Black"/>
                <a:cs typeface="Archivo Black"/>
                <a:sym typeface="Archivo Black"/>
              </a:rPr>
              <a:t>HTTPS-ready server design</a:t>
            </a:r>
            <a:endParaRPr sz="1300"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431" name="Google Shape;431;p38"/>
          <p:cNvSpPr txBox="1"/>
          <p:nvPr>
            <p:ph type="title"/>
          </p:nvPr>
        </p:nvSpPr>
        <p:spPr>
          <a:xfrm>
            <a:off x="700775" y="853050"/>
            <a:ext cx="3784800" cy="110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S</a:t>
            </a:r>
            <a:r>
              <a:rPr lang="en" sz="3800">
                <a:solidFill>
                  <a:schemeClr val="accent2"/>
                </a:solidFill>
              </a:rPr>
              <a:t>e</a:t>
            </a:r>
            <a:r>
              <a:rPr lang="en" sz="3800"/>
              <a:t>cu</a:t>
            </a:r>
            <a:r>
              <a:rPr lang="en" sz="3800">
                <a:solidFill>
                  <a:schemeClr val="accent2"/>
                </a:solidFill>
              </a:rPr>
              <a:t>r</a:t>
            </a:r>
            <a:r>
              <a:rPr lang="en" sz="3800"/>
              <a:t>ity &amp;</a:t>
            </a:r>
            <a:endParaRPr sz="3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solidFill>
                  <a:schemeClr val="accent2"/>
                </a:solidFill>
              </a:rPr>
              <a:t>Re</a:t>
            </a:r>
            <a:r>
              <a:rPr lang="en" sz="3800"/>
              <a:t>liability</a:t>
            </a:r>
            <a:endParaRPr sz="3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38"/>
          <p:cNvSpPr/>
          <p:nvPr/>
        </p:nvSpPr>
        <p:spPr>
          <a:xfrm flipH="1" rot="5400000">
            <a:off x="7956225" y="586450"/>
            <a:ext cx="479700" cy="4671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38"/>
          <p:cNvSpPr txBox="1"/>
          <p:nvPr/>
        </p:nvSpPr>
        <p:spPr>
          <a:xfrm>
            <a:off x="4644825" y="1129150"/>
            <a:ext cx="3784800" cy="26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chivo Black"/>
              <a:buChar char="●"/>
            </a:pPr>
            <a:r>
              <a:rPr lang="en" sz="16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Local event queue when offline</a:t>
            </a:r>
            <a:endParaRPr sz="1600">
              <a:solidFill>
                <a:schemeClr val="dk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chivo Black"/>
              <a:buChar char="●"/>
            </a:pPr>
            <a:r>
              <a:rPr lang="en" sz="16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Graceful retry logic</a:t>
            </a:r>
            <a:endParaRPr sz="1600">
              <a:solidFill>
                <a:schemeClr val="dk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chivo Black"/>
              <a:buChar char="●"/>
            </a:pPr>
            <a:r>
              <a:rPr lang="en" sz="16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Extensive logging on agent &amp; server</a:t>
            </a:r>
            <a:endParaRPr sz="1600">
              <a:solidFill>
                <a:schemeClr val="dk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chivo Black"/>
              <a:buChar char="●"/>
            </a:pPr>
            <a:r>
              <a:rPr lang="en" sz="16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Config-driven architecture</a:t>
            </a:r>
            <a:endParaRPr sz="1600">
              <a:solidFill>
                <a:schemeClr val="dk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434" name="Google Shape;434;p38"/>
          <p:cNvSpPr txBox="1"/>
          <p:nvPr/>
        </p:nvSpPr>
        <p:spPr>
          <a:xfrm>
            <a:off x="4734300" y="580150"/>
            <a:ext cx="2577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Reliability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9"/>
          <p:cNvSpPr txBox="1"/>
          <p:nvPr>
            <p:ph type="title"/>
          </p:nvPr>
        </p:nvSpPr>
        <p:spPr>
          <a:xfrm>
            <a:off x="713225" y="521225"/>
            <a:ext cx="771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Flowchart</a:t>
            </a:r>
            <a:endParaRPr/>
          </a:p>
        </p:txBody>
      </p:sp>
      <p:sp>
        <p:nvSpPr>
          <p:cNvPr id="440" name="Google Shape;440;p39"/>
          <p:cNvSpPr/>
          <p:nvPr/>
        </p:nvSpPr>
        <p:spPr>
          <a:xfrm>
            <a:off x="700775" y="568175"/>
            <a:ext cx="479700" cy="47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1" name="Google Shape;441;p39" title="Blank 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8912" y="1151575"/>
            <a:ext cx="6766175" cy="343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6" name="Google Shape;446;p40"/>
          <p:cNvGrpSpPr/>
          <p:nvPr/>
        </p:nvGrpSpPr>
        <p:grpSpPr>
          <a:xfrm>
            <a:off x="3806402" y="3975302"/>
            <a:ext cx="687331" cy="478910"/>
            <a:chOff x="238125" y="402125"/>
            <a:chExt cx="7020750" cy="4891825"/>
          </a:xfrm>
        </p:grpSpPr>
        <p:sp>
          <p:nvSpPr>
            <p:cNvPr id="447" name="Google Shape;447;p40"/>
            <p:cNvSpPr/>
            <p:nvPr/>
          </p:nvSpPr>
          <p:spPr>
            <a:xfrm>
              <a:off x="238125" y="402125"/>
              <a:ext cx="4153800" cy="4891825"/>
            </a:xfrm>
            <a:custGeom>
              <a:rect b="b" l="l" r="r" t="t"/>
              <a:pathLst>
                <a:path extrusionOk="0" h="195673" w="166152">
                  <a:moveTo>
                    <a:pt x="0" y="0"/>
                  </a:moveTo>
                  <a:lnTo>
                    <a:pt x="97647" y="97647"/>
                  </a:lnTo>
                  <a:lnTo>
                    <a:pt x="0" y="195672"/>
                  </a:lnTo>
                  <a:lnTo>
                    <a:pt x="68126" y="195672"/>
                  </a:lnTo>
                  <a:lnTo>
                    <a:pt x="166151" y="97647"/>
                  </a:lnTo>
                  <a:lnTo>
                    <a:pt x="6812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40"/>
            <p:cNvSpPr/>
            <p:nvPr/>
          </p:nvSpPr>
          <p:spPr>
            <a:xfrm>
              <a:off x="3105075" y="402125"/>
              <a:ext cx="4153800" cy="4891825"/>
            </a:xfrm>
            <a:custGeom>
              <a:rect b="b" l="l" r="r" t="t"/>
              <a:pathLst>
                <a:path extrusionOk="0" h="195673" w="166152">
                  <a:moveTo>
                    <a:pt x="0" y="0"/>
                  </a:moveTo>
                  <a:lnTo>
                    <a:pt x="97648" y="97647"/>
                  </a:lnTo>
                  <a:lnTo>
                    <a:pt x="0" y="195672"/>
                  </a:lnTo>
                  <a:lnTo>
                    <a:pt x="68505" y="195672"/>
                  </a:lnTo>
                  <a:lnTo>
                    <a:pt x="166152" y="97647"/>
                  </a:lnTo>
                  <a:lnTo>
                    <a:pt x="6850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9" name="Google Shape;449;p40"/>
          <p:cNvSpPr txBox="1"/>
          <p:nvPr>
            <p:ph type="title"/>
          </p:nvPr>
        </p:nvSpPr>
        <p:spPr>
          <a:xfrm>
            <a:off x="481075" y="742050"/>
            <a:ext cx="4024800" cy="110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Conclusion &amp; Futu</a:t>
            </a:r>
            <a:r>
              <a:rPr lang="en" sz="3800">
                <a:solidFill>
                  <a:schemeClr val="accent2"/>
                </a:solidFill>
              </a:rPr>
              <a:t>re</a:t>
            </a:r>
            <a:r>
              <a:rPr lang="en" sz="3800"/>
              <a:t> Scop</a:t>
            </a:r>
            <a:r>
              <a:rPr lang="en" sz="3800">
                <a:solidFill>
                  <a:schemeClr val="accent2"/>
                </a:solidFill>
              </a:rPr>
              <a:t>e</a:t>
            </a:r>
            <a:endParaRPr sz="3800">
              <a:solidFill>
                <a:schemeClr val="accent2"/>
              </a:solidFill>
            </a:endParaRPr>
          </a:p>
        </p:txBody>
      </p:sp>
      <p:sp>
        <p:nvSpPr>
          <p:cNvPr id="450" name="Google Shape;450;p40"/>
          <p:cNvSpPr txBox="1"/>
          <p:nvPr>
            <p:ph idx="1" type="subTitle"/>
          </p:nvPr>
        </p:nvSpPr>
        <p:spPr>
          <a:xfrm>
            <a:off x="481075" y="2068600"/>
            <a:ext cx="4024800" cy="267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Archivo Black"/>
                <a:ea typeface="Archivo Black"/>
                <a:cs typeface="Archivo Black"/>
                <a:sym typeface="Archivo Black"/>
              </a:rPr>
              <a:t>Conclusion:</a:t>
            </a:r>
            <a:endParaRPr sz="1500"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chivo Black"/>
              <a:buChar char="●"/>
            </a:pPr>
            <a:r>
              <a:rPr lang="en" sz="1500">
                <a:latin typeface="Archivo Black"/>
                <a:ea typeface="Archivo Black"/>
                <a:cs typeface="Archivo Black"/>
                <a:sym typeface="Archivo Black"/>
              </a:rPr>
              <a:t>Fully functional Python-based EDR</a:t>
            </a:r>
            <a:endParaRPr sz="1500"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chivo Black"/>
              <a:buChar char="●"/>
            </a:pPr>
            <a:r>
              <a:rPr lang="en" sz="1500">
                <a:latin typeface="Archivo Black"/>
                <a:ea typeface="Archivo Black"/>
                <a:cs typeface="Archivo Black"/>
                <a:sym typeface="Archivo Black"/>
              </a:rPr>
              <a:t>Process/file/network/event log telemetry</a:t>
            </a:r>
            <a:endParaRPr sz="1500"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chivo Black"/>
              <a:buChar char="●"/>
            </a:pPr>
            <a:r>
              <a:rPr lang="en" sz="1500">
                <a:latin typeface="Archivo Black"/>
                <a:ea typeface="Archivo Black"/>
                <a:cs typeface="Archivo Black"/>
                <a:sym typeface="Archivo Black"/>
              </a:rPr>
              <a:t>Rule-based detection engine</a:t>
            </a:r>
            <a:endParaRPr sz="1500"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chivo Black"/>
              <a:buChar char="●"/>
            </a:pPr>
            <a:r>
              <a:rPr lang="en" sz="1500">
                <a:latin typeface="Archivo Black"/>
                <a:ea typeface="Archivo Black"/>
                <a:cs typeface="Archivo Black"/>
                <a:sym typeface="Archivo Black"/>
              </a:rPr>
              <a:t>Dashboard for alerts/endpoints/rules</a:t>
            </a:r>
            <a:endParaRPr sz="1500"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451" name="Google Shape;451;p40"/>
          <p:cNvSpPr txBox="1"/>
          <p:nvPr/>
        </p:nvSpPr>
        <p:spPr>
          <a:xfrm>
            <a:off x="4696353" y="540350"/>
            <a:ext cx="3786300" cy="5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Future Scope</a:t>
            </a:r>
            <a:endParaRPr b="1" sz="2600">
              <a:solidFill>
                <a:schemeClr val="dk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452" name="Google Shape;452;p40"/>
          <p:cNvSpPr txBox="1"/>
          <p:nvPr>
            <p:ph idx="1" type="subTitle"/>
          </p:nvPr>
        </p:nvSpPr>
        <p:spPr>
          <a:xfrm>
            <a:off x="4505875" y="1526225"/>
            <a:ext cx="4214700" cy="267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chivo Black"/>
              <a:buChar char="●"/>
            </a:pPr>
            <a:r>
              <a:rPr lang="en" sz="1500">
                <a:latin typeface="Archivo Black"/>
                <a:ea typeface="Archivo Black"/>
                <a:cs typeface="Archivo Black"/>
                <a:sym typeface="Archivo Black"/>
              </a:rPr>
              <a:t>Machine Learning anomaly detection</a:t>
            </a:r>
            <a:endParaRPr sz="1500"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chivo Black"/>
              <a:buChar char="●"/>
            </a:pPr>
            <a:r>
              <a:rPr lang="en" sz="1500">
                <a:latin typeface="Archivo Black"/>
                <a:ea typeface="Archivo Black"/>
                <a:cs typeface="Archivo Black"/>
                <a:sym typeface="Archivo Black"/>
              </a:rPr>
              <a:t>Sysmon-level deep visibility</a:t>
            </a:r>
            <a:endParaRPr sz="1500"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chivo Black"/>
              <a:buChar char="●"/>
            </a:pPr>
            <a:r>
              <a:rPr lang="en" sz="1500">
                <a:latin typeface="Archivo Black"/>
                <a:ea typeface="Archivo Black"/>
                <a:cs typeface="Archivo Black"/>
                <a:sym typeface="Archivo Black"/>
              </a:rPr>
              <a:t>Kernel Driver Based Detection</a:t>
            </a:r>
            <a:endParaRPr sz="1500"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chivo Black"/>
              <a:buChar char="●"/>
            </a:pPr>
            <a:r>
              <a:rPr lang="en" sz="1500">
                <a:latin typeface="Archivo Black"/>
                <a:ea typeface="Archivo Black"/>
                <a:cs typeface="Archivo Black"/>
                <a:sym typeface="Archivo Black"/>
              </a:rPr>
              <a:t>Automated responses (quarantine, kill process)</a:t>
            </a:r>
            <a:endParaRPr sz="1500"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chivo Black"/>
              <a:buChar char="●"/>
            </a:pPr>
            <a:r>
              <a:rPr lang="en" sz="1500">
                <a:latin typeface="Archivo Black"/>
                <a:ea typeface="Archivo Black"/>
                <a:cs typeface="Archivo Black"/>
                <a:sym typeface="Archivo Black"/>
              </a:rPr>
              <a:t>Linux &amp; macOS agent versions</a:t>
            </a:r>
            <a:endParaRPr sz="1500"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Archivo Black"/>
              <a:ea typeface="Archivo Black"/>
              <a:cs typeface="Archivo Black"/>
              <a:sym typeface="Archivo Black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1"/>
          <p:cNvSpPr txBox="1"/>
          <p:nvPr>
            <p:ph type="title"/>
          </p:nvPr>
        </p:nvSpPr>
        <p:spPr>
          <a:xfrm>
            <a:off x="1498650" y="1549900"/>
            <a:ext cx="6146700" cy="233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THANKYOU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458" name="Google Shape;458;p41"/>
          <p:cNvSpPr/>
          <p:nvPr/>
        </p:nvSpPr>
        <p:spPr>
          <a:xfrm>
            <a:off x="7949925" y="596975"/>
            <a:ext cx="479700" cy="47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ecurity Services Project Proposal by Slidesgo">
  <a:themeElements>
    <a:clrScheme name="Simple Light">
      <a:dk1>
        <a:srgbClr val="000000"/>
      </a:dk1>
      <a:lt1>
        <a:srgbClr val="FFFFFF"/>
      </a:lt1>
      <a:dk2>
        <a:srgbClr val="F2F2F2"/>
      </a:dk2>
      <a:lt2>
        <a:srgbClr val="DEDBD7"/>
      </a:lt2>
      <a:accent1>
        <a:srgbClr val="989898"/>
      </a:accent1>
      <a:accent2>
        <a:srgbClr val="015FD8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